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80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61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34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44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97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99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12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73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2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99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70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3419B-FC42-4A5A-8433-9D0A8375DFA7}" type="datetimeFigureOut">
              <a:rPr lang="fr-FR" smtClean="0"/>
              <a:t>22/05/2023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6F48C-12A4-4569-9438-6A9F162758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9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ZoneTexte 51"/>
          <p:cNvSpPr txBox="1"/>
          <p:nvPr/>
        </p:nvSpPr>
        <p:spPr>
          <a:xfrm>
            <a:off x="211563" y="78325"/>
            <a:ext cx="41207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Position centre des </a:t>
            </a:r>
            <a:r>
              <a:rPr lang="fr-FR" dirty="0" err="1" smtClean="0"/>
              <a:t>flanges</a:t>
            </a:r>
            <a:r>
              <a:rPr lang="fr-FR" dirty="0" smtClean="0"/>
              <a:t>:</a:t>
            </a:r>
          </a:p>
          <a:p>
            <a:endParaRPr lang="fr-FR" dirty="0" smtClean="0"/>
          </a:p>
          <a:p>
            <a:r>
              <a:rPr lang="fr-FR" dirty="0" smtClean="0"/>
              <a:t>F2: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=135°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=180°</a:t>
            </a:r>
          </a:p>
          <a:p>
            <a:r>
              <a:rPr lang="fr-FR" dirty="0" smtClean="0"/>
              <a:t>F3: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=135°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=45°</a:t>
            </a:r>
          </a:p>
          <a:p>
            <a:r>
              <a:rPr lang="fr-FR" dirty="0" smtClean="0"/>
              <a:t>F4: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=135°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=90°</a:t>
            </a:r>
          </a:p>
          <a:p>
            <a:r>
              <a:rPr lang="fr-FR" dirty="0" smtClean="0"/>
              <a:t>F5: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=135°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=270°</a:t>
            </a:r>
          </a:p>
          <a:p>
            <a:r>
              <a:rPr lang="fr-FR" dirty="0" smtClean="0"/>
              <a:t>F6: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=90°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=0°</a:t>
            </a:r>
          </a:p>
          <a:p>
            <a:r>
              <a:rPr lang="fr-FR" dirty="0" smtClean="0"/>
              <a:t>F7: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=90°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=315</a:t>
            </a:r>
            <a:r>
              <a:rPr lang="fr-FR" dirty="0"/>
              <a:t>°</a:t>
            </a:r>
            <a:endParaRPr lang="fr-FR" dirty="0" smtClean="0"/>
          </a:p>
          <a:p>
            <a:r>
              <a:rPr lang="fr-FR" dirty="0" smtClean="0"/>
              <a:t>F8: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=90°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=270°	</a:t>
            </a:r>
          </a:p>
          <a:p>
            <a:r>
              <a:rPr lang="fr-FR" dirty="0" smtClean="0"/>
              <a:t>F9: </a:t>
            </a:r>
            <a:r>
              <a:rPr lang="fr-FR" dirty="0">
                <a:latin typeface="Symbol" panose="05050102010706020507" pitchFamily="18" charset="2"/>
              </a:rPr>
              <a:t>Q</a:t>
            </a:r>
            <a:r>
              <a:rPr lang="fr-FR" dirty="0"/>
              <a:t>=90°</a:t>
            </a:r>
            <a:r>
              <a:rPr lang="fr-FR" dirty="0">
                <a:latin typeface="Symbol" panose="05050102010706020507" pitchFamily="18" charset="2"/>
              </a:rPr>
              <a:t>;</a:t>
            </a:r>
            <a:r>
              <a:rPr lang="fr-FR" dirty="0" smtClean="0">
                <a:latin typeface="Symbol" panose="05050102010706020507" pitchFamily="18" charset="2"/>
              </a:rPr>
              <a:t>F</a:t>
            </a:r>
            <a:r>
              <a:rPr lang="fr-FR" dirty="0" smtClean="0"/>
              <a:t>=225°</a:t>
            </a:r>
            <a:endParaRPr lang="fr-FR" dirty="0"/>
          </a:p>
          <a:p>
            <a:r>
              <a:rPr lang="fr-FR" dirty="0" smtClean="0"/>
              <a:t>F10: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=90°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=180°</a:t>
            </a:r>
            <a:endParaRPr lang="fr-FR" dirty="0"/>
          </a:p>
          <a:p>
            <a:r>
              <a:rPr lang="fr-FR" dirty="0"/>
              <a:t>F11</a:t>
            </a:r>
            <a:r>
              <a:rPr lang="fr-FR" dirty="0" smtClean="0"/>
              <a:t>: </a:t>
            </a:r>
            <a:r>
              <a:rPr lang="fr-FR" dirty="0">
                <a:latin typeface="Symbol" panose="05050102010706020507" pitchFamily="18" charset="2"/>
              </a:rPr>
              <a:t>Q</a:t>
            </a:r>
            <a:r>
              <a:rPr lang="fr-FR" dirty="0"/>
              <a:t>=90°</a:t>
            </a:r>
            <a:r>
              <a:rPr lang="fr-FR" dirty="0">
                <a:latin typeface="Symbol" panose="05050102010706020507" pitchFamily="18" charset="2"/>
              </a:rPr>
              <a:t>;</a:t>
            </a:r>
            <a:r>
              <a:rPr lang="fr-FR" dirty="0" smtClean="0">
                <a:latin typeface="Symbol" panose="05050102010706020507" pitchFamily="18" charset="2"/>
              </a:rPr>
              <a:t>F</a:t>
            </a:r>
            <a:r>
              <a:rPr lang="fr-FR" dirty="0" smtClean="0"/>
              <a:t>=135</a:t>
            </a:r>
            <a:r>
              <a:rPr lang="fr-FR" dirty="0"/>
              <a:t>°</a:t>
            </a:r>
          </a:p>
          <a:p>
            <a:r>
              <a:rPr lang="fr-FR" dirty="0" smtClean="0"/>
              <a:t>F12: </a:t>
            </a:r>
            <a:r>
              <a:rPr lang="fr-FR" dirty="0" smtClean="0">
                <a:latin typeface="Symbol" panose="05050102010706020507" pitchFamily="18" charset="2"/>
              </a:rPr>
              <a:t>Q=</a:t>
            </a:r>
            <a:r>
              <a:rPr lang="fr-FR" dirty="0" smtClean="0"/>
              <a:t>90°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=90</a:t>
            </a:r>
            <a:r>
              <a:rPr lang="fr-FR" dirty="0"/>
              <a:t>°	</a:t>
            </a:r>
          </a:p>
          <a:p>
            <a:r>
              <a:rPr lang="fr-FR" dirty="0" smtClean="0"/>
              <a:t>F13: </a:t>
            </a:r>
            <a:r>
              <a:rPr lang="fr-FR" dirty="0" smtClean="0">
                <a:latin typeface="Symbol" panose="05050102010706020507" pitchFamily="18" charset="2"/>
              </a:rPr>
              <a:t>Q</a:t>
            </a:r>
            <a:r>
              <a:rPr lang="fr-FR" dirty="0" smtClean="0"/>
              <a:t>=90°</a:t>
            </a:r>
            <a:r>
              <a:rPr lang="fr-FR" dirty="0" smtClean="0">
                <a:latin typeface="Symbol" panose="05050102010706020507" pitchFamily="18" charset="2"/>
              </a:rPr>
              <a:t>;F</a:t>
            </a:r>
            <a:r>
              <a:rPr lang="fr-FR" dirty="0" smtClean="0"/>
              <a:t>=45°</a:t>
            </a:r>
            <a:r>
              <a:rPr lang="fr-FR" dirty="0"/>
              <a:t>	</a:t>
            </a:r>
          </a:p>
        </p:txBody>
      </p:sp>
      <p:sp>
        <p:nvSpPr>
          <p:cNvPr id="83" name="ZoneTexte 82"/>
          <p:cNvSpPr txBox="1"/>
          <p:nvPr/>
        </p:nvSpPr>
        <p:spPr>
          <a:xfrm>
            <a:off x="2421929" y="2957671"/>
            <a:ext cx="43226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Flange</a:t>
            </a:r>
            <a:r>
              <a:rPr lang="fr-FR" dirty="0" smtClean="0"/>
              <a:t>&lt;-&gt;HDMI&lt;-&gt;NUMEXO2 &lt;-&gt; Détecteurs </a:t>
            </a:r>
          </a:p>
          <a:p>
            <a:r>
              <a:rPr lang="fr-FR" dirty="0" smtClean="0"/>
              <a:t>F2 &lt;-&gt; </a:t>
            </a:r>
            <a:r>
              <a:rPr lang="fr-FR" dirty="0"/>
              <a:t>HDMI </a:t>
            </a:r>
            <a:r>
              <a:rPr lang="fr-FR" dirty="0" smtClean="0"/>
              <a:t>F2  &lt;-&gt; 13-19	S25</a:t>
            </a:r>
          </a:p>
          <a:p>
            <a:r>
              <a:rPr lang="fr-FR" dirty="0"/>
              <a:t>F3 &lt;-&gt; HDMI </a:t>
            </a:r>
            <a:r>
              <a:rPr lang="fr-FR" dirty="0" smtClean="0"/>
              <a:t>F10 </a:t>
            </a:r>
            <a:r>
              <a:rPr lang="fr-FR" dirty="0"/>
              <a:t>&lt;-&gt; </a:t>
            </a:r>
            <a:r>
              <a:rPr lang="fr-FR" dirty="0" smtClean="0"/>
              <a:t>23-34	S03</a:t>
            </a:r>
          </a:p>
          <a:p>
            <a:r>
              <a:rPr lang="fr-FR" dirty="0" smtClean="0"/>
              <a:t>F4 </a:t>
            </a:r>
            <a:r>
              <a:rPr lang="fr-FR" dirty="0"/>
              <a:t>&lt;-&gt; HDMI </a:t>
            </a:r>
            <a:r>
              <a:rPr lang="fr-FR" dirty="0" smtClean="0"/>
              <a:t>F4  &lt;-&gt; </a:t>
            </a:r>
            <a:r>
              <a:rPr lang="fr-FR" dirty="0"/>
              <a:t>25-28</a:t>
            </a:r>
            <a:r>
              <a:rPr lang="fr-FR" dirty="0" smtClean="0"/>
              <a:t>	S02</a:t>
            </a:r>
          </a:p>
          <a:p>
            <a:r>
              <a:rPr lang="fr-FR" dirty="0" smtClean="0"/>
              <a:t>F5 </a:t>
            </a:r>
            <a:r>
              <a:rPr lang="fr-FR" dirty="0"/>
              <a:t>&lt;-&gt; HDMI </a:t>
            </a:r>
            <a:r>
              <a:rPr lang="fr-FR" dirty="0" smtClean="0"/>
              <a:t>F8  &lt;-&gt; 32-17	S26</a:t>
            </a:r>
          </a:p>
          <a:p>
            <a:r>
              <a:rPr lang="fr-FR" dirty="0" smtClean="0"/>
              <a:t>F6 </a:t>
            </a:r>
            <a:r>
              <a:rPr lang="fr-FR" dirty="0"/>
              <a:t>&lt;-&gt; HDMI </a:t>
            </a:r>
            <a:r>
              <a:rPr lang="fr-FR" dirty="0" smtClean="0"/>
              <a:t>F9  &lt;-&gt; 38-36	S07</a:t>
            </a:r>
          </a:p>
          <a:p>
            <a:r>
              <a:rPr lang="fr-FR" dirty="0" smtClean="0"/>
              <a:t>F7 </a:t>
            </a:r>
            <a:r>
              <a:rPr lang="fr-FR" dirty="0"/>
              <a:t>&lt;-&gt; HDMI </a:t>
            </a:r>
            <a:r>
              <a:rPr lang="fr-FR" dirty="0" smtClean="0"/>
              <a:t>F3  &lt;-&gt; 33-41	S21</a:t>
            </a:r>
          </a:p>
          <a:p>
            <a:r>
              <a:rPr lang="fr-FR" dirty="0" smtClean="0"/>
              <a:t>F8 </a:t>
            </a:r>
            <a:r>
              <a:rPr lang="fr-FR" dirty="0"/>
              <a:t>&lt;-&gt; HDMI </a:t>
            </a:r>
            <a:r>
              <a:rPr lang="fr-FR" dirty="0" smtClean="0"/>
              <a:t>F11 </a:t>
            </a:r>
            <a:r>
              <a:rPr lang="fr-FR" dirty="0"/>
              <a:t>&lt;-&gt; </a:t>
            </a:r>
            <a:r>
              <a:rPr lang="fr-FR" dirty="0" smtClean="0"/>
              <a:t>16-26	S27</a:t>
            </a:r>
          </a:p>
          <a:p>
            <a:r>
              <a:rPr lang="fr-FR" dirty="0" smtClean="0"/>
              <a:t>F9 &lt;-&gt; </a:t>
            </a:r>
            <a:r>
              <a:rPr lang="fr-FR" dirty="0"/>
              <a:t>HDMI </a:t>
            </a:r>
            <a:r>
              <a:rPr lang="fr-FR" dirty="0" smtClean="0"/>
              <a:t>F12 </a:t>
            </a:r>
            <a:r>
              <a:rPr lang="fr-FR" dirty="0"/>
              <a:t>&lt;-&gt; </a:t>
            </a:r>
            <a:r>
              <a:rPr lang="fr-FR" dirty="0" smtClean="0"/>
              <a:t>35-8</a:t>
            </a:r>
            <a:r>
              <a:rPr lang="fr-FR" dirty="0"/>
              <a:t>	</a:t>
            </a:r>
            <a:r>
              <a:rPr lang="fr-FR" dirty="0" smtClean="0"/>
              <a:t>S01</a:t>
            </a:r>
            <a:endParaRPr lang="fr-FR" dirty="0"/>
          </a:p>
          <a:p>
            <a:r>
              <a:rPr lang="fr-FR" dirty="0" smtClean="0"/>
              <a:t>F10&lt;-&gt; HDMI F5  &lt;-&gt; 24-18</a:t>
            </a:r>
            <a:r>
              <a:rPr lang="fr-FR" dirty="0"/>
              <a:t>	</a:t>
            </a:r>
            <a:r>
              <a:rPr lang="fr-FR" dirty="0" smtClean="0"/>
              <a:t>S06</a:t>
            </a:r>
            <a:endParaRPr lang="fr-FR" dirty="0"/>
          </a:p>
          <a:p>
            <a:r>
              <a:rPr lang="fr-FR" dirty="0" smtClean="0"/>
              <a:t>F11&lt;-&gt; </a:t>
            </a:r>
            <a:r>
              <a:rPr lang="fr-FR" dirty="0"/>
              <a:t>HDMI </a:t>
            </a:r>
            <a:r>
              <a:rPr lang="fr-FR" dirty="0" smtClean="0"/>
              <a:t>F1  &lt;-&gt; 11-30</a:t>
            </a:r>
            <a:r>
              <a:rPr lang="fr-FR" dirty="0"/>
              <a:t>	</a:t>
            </a:r>
            <a:r>
              <a:rPr lang="fr-FR" dirty="0" smtClean="0"/>
              <a:t>S04</a:t>
            </a:r>
            <a:endParaRPr lang="fr-FR" dirty="0"/>
          </a:p>
          <a:p>
            <a:r>
              <a:rPr lang="fr-FR" dirty="0" smtClean="0"/>
              <a:t>F12&lt;-&gt; </a:t>
            </a:r>
            <a:r>
              <a:rPr lang="fr-FR" dirty="0"/>
              <a:t>HDMI </a:t>
            </a:r>
            <a:r>
              <a:rPr lang="fr-FR" dirty="0" smtClean="0"/>
              <a:t>F6  &lt;-&gt; 21-27</a:t>
            </a:r>
            <a:r>
              <a:rPr lang="fr-FR" dirty="0"/>
              <a:t>	</a:t>
            </a:r>
            <a:r>
              <a:rPr lang="fr-FR" dirty="0" smtClean="0"/>
              <a:t>S22</a:t>
            </a:r>
          </a:p>
          <a:p>
            <a:r>
              <a:rPr lang="fr-FR" dirty="0" smtClean="0"/>
              <a:t>F13&lt;-&gt; </a:t>
            </a:r>
            <a:r>
              <a:rPr lang="fr-FR" dirty="0"/>
              <a:t>HDMI </a:t>
            </a:r>
            <a:r>
              <a:rPr lang="fr-FR" dirty="0" smtClean="0"/>
              <a:t>F7  </a:t>
            </a:r>
            <a:r>
              <a:rPr lang="fr-FR" smtClean="0"/>
              <a:t>&lt;-&gt; </a:t>
            </a:r>
            <a:r>
              <a:rPr lang="fr-FR" smtClean="0"/>
              <a:t>22-29</a:t>
            </a:r>
            <a:r>
              <a:rPr lang="fr-FR" dirty="0"/>
              <a:t>	</a:t>
            </a:r>
            <a:r>
              <a:rPr lang="fr-FR" dirty="0" smtClean="0"/>
              <a:t>S17</a:t>
            </a:r>
            <a:endParaRPr lang="fr-FR" dirty="0"/>
          </a:p>
        </p:txBody>
      </p:sp>
      <p:grpSp>
        <p:nvGrpSpPr>
          <p:cNvPr id="13" name="Groupe 12"/>
          <p:cNvGrpSpPr/>
          <p:nvPr/>
        </p:nvGrpSpPr>
        <p:grpSpPr>
          <a:xfrm>
            <a:off x="6657803" y="354483"/>
            <a:ext cx="5534197" cy="5855516"/>
            <a:chOff x="5580891" y="503339"/>
            <a:chExt cx="5534197" cy="5855516"/>
          </a:xfrm>
        </p:grpSpPr>
        <p:cxnSp>
          <p:nvCxnSpPr>
            <p:cNvPr id="5" name="Connecteur droit 4"/>
            <p:cNvCxnSpPr/>
            <p:nvPr/>
          </p:nvCxnSpPr>
          <p:spPr>
            <a:xfrm>
              <a:off x="8347046" y="503339"/>
              <a:ext cx="0" cy="58555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 rot="5400000">
              <a:off x="8333048" y="1063497"/>
              <a:ext cx="0" cy="504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Ellipse 5"/>
            <p:cNvSpPr/>
            <p:nvPr/>
          </p:nvSpPr>
          <p:spPr>
            <a:xfrm>
              <a:off x="5826640" y="1063258"/>
              <a:ext cx="5040000" cy="50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8182323" y="899605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F12</a:t>
              </a:r>
              <a:endParaRPr lang="fr-FR" b="1" dirty="0"/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8125617" y="2246396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F4</a:t>
              </a:r>
              <a:endParaRPr lang="fr-FR" b="1" dirty="0"/>
            </a:p>
          </p:txBody>
        </p:sp>
        <p:sp>
          <p:nvSpPr>
            <p:cNvPr id="40" name="ZoneTexte 39"/>
            <p:cNvSpPr txBox="1"/>
            <p:nvPr/>
          </p:nvSpPr>
          <p:spPr>
            <a:xfrm>
              <a:off x="9149886" y="3408889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F3</a:t>
              </a:r>
              <a:endParaRPr lang="fr-FR" b="1" dirty="0"/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8125619" y="4585559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F5</a:t>
              </a:r>
              <a:endParaRPr lang="fr-FR" b="1" dirty="0"/>
            </a:p>
          </p:txBody>
        </p:sp>
        <p:sp>
          <p:nvSpPr>
            <p:cNvPr id="59" name="ZoneTexte 58"/>
            <p:cNvSpPr txBox="1"/>
            <p:nvPr/>
          </p:nvSpPr>
          <p:spPr>
            <a:xfrm>
              <a:off x="9862267" y="1601354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F13</a:t>
              </a:r>
              <a:endParaRPr lang="fr-FR" b="1" dirty="0"/>
            </a:p>
          </p:txBody>
        </p:sp>
        <p:sp>
          <p:nvSpPr>
            <p:cNvPr id="60" name="ZoneTexte 59"/>
            <p:cNvSpPr txBox="1"/>
            <p:nvPr/>
          </p:nvSpPr>
          <p:spPr>
            <a:xfrm>
              <a:off x="10578193" y="3412434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F6</a:t>
              </a:r>
              <a:endParaRPr lang="fr-FR" b="1" dirty="0"/>
            </a:p>
          </p:txBody>
        </p:sp>
        <p:sp>
          <p:nvSpPr>
            <p:cNvPr id="62" name="ZoneTexte 61"/>
            <p:cNvSpPr txBox="1"/>
            <p:nvPr/>
          </p:nvSpPr>
          <p:spPr>
            <a:xfrm>
              <a:off x="9826826" y="5170350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F7</a:t>
              </a:r>
              <a:endParaRPr lang="fr-FR" b="1" dirty="0"/>
            </a:p>
          </p:txBody>
        </p:sp>
        <p:sp>
          <p:nvSpPr>
            <p:cNvPr id="64" name="ZoneTexte 63"/>
            <p:cNvSpPr txBox="1"/>
            <p:nvPr/>
          </p:nvSpPr>
          <p:spPr>
            <a:xfrm>
              <a:off x="8065366" y="5896907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F8</a:t>
              </a:r>
              <a:endParaRPr lang="fr-FR" b="1" dirty="0"/>
            </a:p>
          </p:txBody>
        </p:sp>
        <p:sp>
          <p:nvSpPr>
            <p:cNvPr id="2" name="ZoneTexte 1"/>
            <p:cNvSpPr txBox="1"/>
            <p:nvPr/>
          </p:nvSpPr>
          <p:spPr>
            <a:xfrm>
              <a:off x="6328714" y="1650973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F11</a:t>
              </a:r>
              <a:endParaRPr lang="fr-FR" b="1" dirty="0"/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5580891" y="3412434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F10</a:t>
              </a:r>
              <a:endParaRPr lang="fr-FR" b="1" dirty="0"/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6824900" y="3412433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F2</a:t>
              </a:r>
              <a:endParaRPr lang="fr-FR" b="1" dirty="0"/>
            </a:p>
          </p:txBody>
        </p:sp>
        <p:sp>
          <p:nvSpPr>
            <p:cNvPr id="66" name="ZoneTexte 65"/>
            <p:cNvSpPr txBox="1"/>
            <p:nvPr/>
          </p:nvSpPr>
          <p:spPr>
            <a:xfrm>
              <a:off x="6335802" y="5166806"/>
              <a:ext cx="5368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F9</a:t>
              </a:r>
              <a:endParaRPr lang="fr-FR" b="1" dirty="0"/>
            </a:p>
          </p:txBody>
        </p:sp>
      </p:grpSp>
      <p:sp>
        <p:nvSpPr>
          <p:cNvPr id="15" name="Ellipse 14"/>
          <p:cNvSpPr/>
          <p:nvPr/>
        </p:nvSpPr>
        <p:spPr>
          <a:xfrm>
            <a:off x="9144000" y="3189767"/>
            <a:ext cx="552893" cy="5316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/>
          <p:cNvCxnSpPr>
            <a:stCxn id="15" idx="3"/>
            <a:endCxn id="15" idx="7"/>
          </p:cNvCxnSpPr>
          <p:nvPr/>
        </p:nvCxnSpPr>
        <p:spPr>
          <a:xfrm flipV="1">
            <a:off x="9224969" y="3267622"/>
            <a:ext cx="390955" cy="37591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stCxn id="15" idx="1"/>
            <a:endCxn id="15" idx="5"/>
          </p:cNvCxnSpPr>
          <p:nvPr/>
        </p:nvCxnSpPr>
        <p:spPr>
          <a:xfrm>
            <a:off x="9224969" y="3267622"/>
            <a:ext cx="390955" cy="37591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8856921" y="2796363"/>
            <a:ext cx="10738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BEAM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139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57329">
            <a:off x="5227043" y="1263503"/>
            <a:ext cx="3946894" cy="3946894"/>
          </a:xfrm>
          <a:prstGeom prst="rect">
            <a:avLst/>
          </a:prstGeom>
        </p:spPr>
      </p:pic>
      <p:cxnSp>
        <p:nvCxnSpPr>
          <p:cNvPr id="14" name="Connecteur droit 13"/>
          <p:cNvCxnSpPr/>
          <p:nvPr/>
        </p:nvCxnSpPr>
        <p:spPr>
          <a:xfrm flipV="1">
            <a:off x="4592049" y="2450253"/>
            <a:ext cx="5857596" cy="1417500"/>
          </a:xfrm>
          <a:prstGeom prst="line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V="1">
            <a:off x="7181514" y="406400"/>
            <a:ext cx="25400" cy="6045200"/>
          </a:xfrm>
          <a:prstGeom prst="line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4548378" y="2362200"/>
            <a:ext cx="6671737" cy="2226733"/>
          </a:xfrm>
          <a:prstGeom prst="line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>
          <a:xfrm>
            <a:off x="10458115" y="2032000"/>
            <a:ext cx="124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Z</a:t>
            </a:r>
          </a:p>
          <a:p>
            <a:r>
              <a:rPr lang="fr-FR" dirty="0" err="1" smtClean="0"/>
              <a:t>Beam</a:t>
            </a:r>
            <a:r>
              <a:rPr lang="fr-FR" dirty="0" smtClean="0"/>
              <a:t> axis</a:t>
            </a:r>
            <a:endParaRPr lang="fr-FR" dirty="0"/>
          </a:p>
        </p:txBody>
      </p:sp>
      <p:sp>
        <p:nvSpPr>
          <p:cNvPr id="42" name="ZoneTexte 41"/>
          <p:cNvSpPr txBox="1"/>
          <p:nvPr/>
        </p:nvSpPr>
        <p:spPr>
          <a:xfrm>
            <a:off x="7367782" y="127000"/>
            <a:ext cx="124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Y</a:t>
            </a:r>
            <a:endParaRPr lang="fr-FR" dirty="0" smtClean="0"/>
          </a:p>
          <a:p>
            <a:r>
              <a:rPr lang="fr-FR" dirty="0" smtClean="0"/>
              <a:t>Vertical</a:t>
            </a:r>
            <a:endParaRPr lang="fr-FR" dirty="0"/>
          </a:p>
        </p:txBody>
      </p:sp>
      <p:sp>
        <p:nvSpPr>
          <p:cNvPr id="43" name="ZoneTexte 42"/>
          <p:cNvSpPr txBox="1"/>
          <p:nvPr/>
        </p:nvSpPr>
        <p:spPr>
          <a:xfrm>
            <a:off x="10661315" y="3725333"/>
            <a:ext cx="124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</a:t>
            </a:r>
            <a:endParaRPr lang="fr-FR" dirty="0" smtClean="0"/>
          </a:p>
          <a:p>
            <a:r>
              <a:rPr lang="fr-FR" dirty="0" smtClean="0"/>
              <a:t>Horizontal</a:t>
            </a:r>
            <a:endParaRPr lang="fr-FR" dirty="0"/>
          </a:p>
        </p:txBody>
      </p:sp>
      <p:sp>
        <p:nvSpPr>
          <p:cNvPr id="53" name="Ellipse 52"/>
          <p:cNvSpPr/>
          <p:nvPr/>
        </p:nvSpPr>
        <p:spPr>
          <a:xfrm>
            <a:off x="9958581" y="2032001"/>
            <a:ext cx="50800" cy="6773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5" name="Connecteur droit 54"/>
          <p:cNvCxnSpPr/>
          <p:nvPr/>
        </p:nvCxnSpPr>
        <p:spPr>
          <a:xfrm flipV="1">
            <a:off x="7198448" y="2726267"/>
            <a:ext cx="618067" cy="491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c 56"/>
          <p:cNvSpPr/>
          <p:nvPr/>
        </p:nvSpPr>
        <p:spPr>
          <a:xfrm rot="1858320">
            <a:off x="8553112" y="2184402"/>
            <a:ext cx="440266" cy="1371599"/>
          </a:xfrm>
          <a:prstGeom prst="arc">
            <a:avLst>
              <a:gd name="adj1" fmla="val 16897945"/>
              <a:gd name="adj2" fmla="val 18814127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/>
          <p:cNvSpPr txBox="1"/>
          <p:nvPr/>
        </p:nvSpPr>
        <p:spPr>
          <a:xfrm>
            <a:off x="9119936" y="2261937"/>
            <a:ext cx="320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latin typeface="Symbol" panose="05050102010706020507" pitchFamily="18" charset="2"/>
              </a:rPr>
              <a:t>Q</a:t>
            </a:r>
            <a:endParaRPr lang="fr-FR" sz="2800" b="1" dirty="0">
              <a:latin typeface="Symbol" panose="05050102010706020507" pitchFamily="18" charset="2"/>
            </a:endParaRPr>
          </a:p>
        </p:txBody>
      </p:sp>
      <p:cxnSp>
        <p:nvCxnSpPr>
          <p:cNvPr id="61" name="Connecteur droit 60"/>
          <p:cNvCxnSpPr/>
          <p:nvPr/>
        </p:nvCxnSpPr>
        <p:spPr>
          <a:xfrm flipH="1">
            <a:off x="7858848" y="2065867"/>
            <a:ext cx="2125134" cy="609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H="1" flipV="1">
            <a:off x="7189982" y="2548467"/>
            <a:ext cx="643466" cy="1608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H="1">
            <a:off x="7816515" y="2717800"/>
            <a:ext cx="16933" cy="736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 flipH="1">
            <a:off x="9255848" y="2057400"/>
            <a:ext cx="736600" cy="677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Arc 77"/>
          <p:cNvSpPr/>
          <p:nvPr/>
        </p:nvSpPr>
        <p:spPr>
          <a:xfrm rot="1858320">
            <a:off x="7071445" y="2777069"/>
            <a:ext cx="440266" cy="1371599"/>
          </a:xfrm>
          <a:prstGeom prst="arc">
            <a:avLst>
              <a:gd name="adj1" fmla="val 16241929"/>
              <a:gd name="adj2" fmla="val 18814127"/>
            </a:avLst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0" name="Connecteur droit 79"/>
          <p:cNvCxnSpPr>
            <a:stCxn id="53" idx="2"/>
          </p:cNvCxnSpPr>
          <p:nvPr/>
        </p:nvCxnSpPr>
        <p:spPr>
          <a:xfrm flipH="1">
            <a:off x="7206915" y="2065868"/>
            <a:ext cx="2751666" cy="11853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/>
          <p:cNvSpPr txBox="1"/>
          <p:nvPr/>
        </p:nvSpPr>
        <p:spPr>
          <a:xfrm>
            <a:off x="7613314" y="2920999"/>
            <a:ext cx="499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FF00"/>
                </a:solidFill>
                <a:latin typeface="Symbol" panose="05050102010706020507" pitchFamily="18" charset="2"/>
              </a:rPr>
              <a:t>F</a:t>
            </a:r>
            <a:endParaRPr lang="fr-FR" sz="2800" b="1" dirty="0">
              <a:solidFill>
                <a:srgbClr val="FFFF00"/>
              </a:solidFill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312021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18688</TotalTime>
  <Words>205</Words>
  <Application>Microsoft Office PowerPoint</Application>
  <PresentationFormat>Grand écran</PresentationFormat>
  <Paragraphs>48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Thème Office</vt:lpstr>
      <vt:lpstr>Présentation PowerPoint</vt:lpstr>
      <vt:lpstr>Présentation PowerPoint</vt:lpstr>
    </vt:vector>
  </TitlesOfParts>
  <Company>Ganil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Defrance Gilles</dc:creator>
  <cp:lastModifiedBy>Defrance Gilles</cp:lastModifiedBy>
  <cp:revision>45</cp:revision>
  <dcterms:created xsi:type="dcterms:W3CDTF">2022-03-30T17:26:41Z</dcterms:created>
  <dcterms:modified xsi:type="dcterms:W3CDTF">2023-05-22T14:11:54Z</dcterms:modified>
</cp:coreProperties>
</file>