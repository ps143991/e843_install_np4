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2.png" ContentType="image/png"/>
  <Override PartName="/ppt/media/image9.png" ContentType="image/png"/>
  <Override PartName="/ppt/media/image13.png" ContentType="image/png"/>
  <Override PartName="/ppt/media/image8.png" ContentType="image/png"/>
  <Override PartName="/ppt/media/image11.png" ContentType="image/png"/>
  <Override PartName="/ppt/media/image7.jpeg" ContentType="image/jpeg"/>
  <Override PartName="/ppt/media/image18.png" ContentType="image/png"/>
  <Override PartName="/ppt/media/image20.png" ContentType="image/png"/>
  <Override PartName="/ppt/media/image6.png" ContentType="image/png"/>
  <Override PartName="/ppt/media/image4.png" ContentType="image/png"/>
  <Override PartName="/ppt/media/image3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1.jpeg" ContentType="image/jpeg"/>
  <Override PartName="/ppt/media/image5.png" ContentType="image/png"/>
  <Override PartName="/ppt/media/image10.png" ContentType="image/png"/>
  <Override PartName="/ppt/media/image21.png" ContentType="image/png"/>
  <Override PartName="/ppt/media/image19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.png" ContentType="image/png"/>
  <Override PartName="/ppt/media/image25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004800" cy="97536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96E9C8-88E1-445A-990A-1CC2F07005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50160" y="388800"/>
            <a:ext cx="11703600" cy="162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7569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50160" y="2281680"/>
            <a:ext cx="11703600" cy="56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54E0F1-2DA6-4E7F-A91A-75DCD403C6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50160" y="388800"/>
            <a:ext cx="11703600" cy="162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7569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50160" y="2281680"/>
            <a:ext cx="11703600" cy="56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2C34B5-BF5A-42CC-9B8B-7DB0DCF864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50160" y="388800"/>
            <a:ext cx="11703600" cy="162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7569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50160" y="2281680"/>
            <a:ext cx="5711040" cy="56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647040" y="2281680"/>
            <a:ext cx="5711040" cy="56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62D7D1-5634-4DC7-B8C5-ED6CFB472E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50160" y="388800"/>
            <a:ext cx="11703600" cy="162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7569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81A34A-FDDF-4595-A489-C39DAD2D0FB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50160" y="388800"/>
            <a:ext cx="11703600" cy="75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F691A8-9312-407F-805A-95B7DEA754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50160" y="388800"/>
            <a:ext cx="11703600" cy="162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7569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50160" y="2281680"/>
            <a:ext cx="571104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647040" y="2281680"/>
            <a:ext cx="5711040" cy="56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50160" y="5236200"/>
            <a:ext cx="571104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95944F-E5D7-4031-9E08-93450D245A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50160" y="388800"/>
            <a:ext cx="11703600" cy="162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7569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50160" y="2281680"/>
            <a:ext cx="5711040" cy="56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647040" y="2281680"/>
            <a:ext cx="571104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647040" y="5236200"/>
            <a:ext cx="571104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32AAD8-13EA-4878-9916-C93A3144AB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50160" y="388800"/>
            <a:ext cx="11703600" cy="162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7569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50160" y="2281680"/>
            <a:ext cx="571104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647040" y="2281680"/>
            <a:ext cx="571104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50160" y="5236200"/>
            <a:ext cx="1170360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0623AE-A7EF-46F7-8C18-B6B5595DBBA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50160" y="388800"/>
            <a:ext cx="11703600" cy="162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7569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50160" y="2281680"/>
            <a:ext cx="1170360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50160" y="5236200"/>
            <a:ext cx="1170360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74E4D6-4554-4088-935A-2FA883B2F4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50160" y="388800"/>
            <a:ext cx="11703600" cy="162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7569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50160" y="2281680"/>
            <a:ext cx="571104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647040" y="2281680"/>
            <a:ext cx="571104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50160" y="5236200"/>
            <a:ext cx="571104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647040" y="5236200"/>
            <a:ext cx="571104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BBAEFA-201E-4112-B432-175FBFFDF63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50160" y="388800"/>
            <a:ext cx="11703600" cy="162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7569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50160" y="2281680"/>
            <a:ext cx="376848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07280" y="2281680"/>
            <a:ext cx="376848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564760" y="2281680"/>
            <a:ext cx="376848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50160" y="5236200"/>
            <a:ext cx="376848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607280" y="5236200"/>
            <a:ext cx="376848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564760" y="5236200"/>
            <a:ext cx="376848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C75599-72F9-4E8A-887F-77A4078EDEA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5CB7C7-12A8-4797-A309-18B51031E0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50160" y="388800"/>
            <a:ext cx="11703600" cy="162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7569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50160" y="2281680"/>
            <a:ext cx="11703600" cy="56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0EB9AC-9818-4E14-834A-81F1317533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50160" y="388800"/>
            <a:ext cx="11703600" cy="162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7569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50160" y="2281680"/>
            <a:ext cx="11703600" cy="56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4FE20E-64B4-4607-86ED-D79E4E09BE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50160" y="388800"/>
            <a:ext cx="11703600" cy="162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7569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50160" y="2281680"/>
            <a:ext cx="5711040" cy="56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647040" y="2281680"/>
            <a:ext cx="5711040" cy="56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9029A7-3C18-4F7C-A400-6D79D8CCE47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50160" y="388800"/>
            <a:ext cx="11703600" cy="162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7569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1E5472-06D9-4183-B751-4EADD969FDC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50160" y="388800"/>
            <a:ext cx="11703600" cy="75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3C2686-0E84-469A-9381-9EE33121BE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50160" y="388800"/>
            <a:ext cx="11703600" cy="162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7569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50160" y="2281680"/>
            <a:ext cx="571104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647040" y="2281680"/>
            <a:ext cx="5711040" cy="56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50160" y="5236200"/>
            <a:ext cx="571104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404C2F-1256-4A60-A0A4-87675C577FA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50160" y="388800"/>
            <a:ext cx="11703600" cy="162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7569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50160" y="2281680"/>
            <a:ext cx="5711040" cy="565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647040" y="2281680"/>
            <a:ext cx="571104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647040" y="5236200"/>
            <a:ext cx="571104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6C19E3-A1E6-4372-8D91-EE41E3B242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50160" y="388800"/>
            <a:ext cx="11703600" cy="162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7569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50160" y="2281680"/>
            <a:ext cx="571104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647040" y="2281680"/>
            <a:ext cx="571104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50160" y="5236200"/>
            <a:ext cx="1170360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1B2829-2141-409D-8DCF-C8B744ACD7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50160" y="388800"/>
            <a:ext cx="11703600" cy="162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7569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50160" y="2281680"/>
            <a:ext cx="1170360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50160" y="5236200"/>
            <a:ext cx="1170360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8992C2-AEC0-4ECD-B676-E107E30A4F1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50160" y="388800"/>
            <a:ext cx="11703600" cy="162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7569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50160" y="2281680"/>
            <a:ext cx="571104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647040" y="2281680"/>
            <a:ext cx="571104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50160" y="5236200"/>
            <a:ext cx="571104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647040" y="5236200"/>
            <a:ext cx="571104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2FC0FE-005B-4A20-BFC6-F8942F1FFCC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50160" y="388800"/>
            <a:ext cx="11703600" cy="162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7569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50160" y="2281680"/>
            <a:ext cx="376848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07280" y="2281680"/>
            <a:ext cx="376848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564760" y="2281680"/>
            <a:ext cx="376848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50160" y="5236200"/>
            <a:ext cx="376848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607280" y="5236200"/>
            <a:ext cx="376848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564760" y="5236200"/>
            <a:ext cx="3768480" cy="26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55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7C7326-07DF-429F-96B1-7D38D3980E5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282960" y="169560"/>
            <a:ext cx="10149480" cy="100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000" spc="-1" strike="noStrike">
                <a:latin typeface="Calibri"/>
              </a:rPr>
              <a:t>Click to edit the title text </a:t>
            </a:r>
            <a:r>
              <a:rPr b="0" lang="en-US" sz="5000" spc="-1" strike="noStrike">
                <a:latin typeface="Calibri"/>
              </a:rPr>
              <a:t>format</a:t>
            </a:r>
            <a:endParaRPr b="0" lang="en-US" sz="5000" spc="-1" strike="noStrike"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407280" y="4273920"/>
            <a:ext cx="5376240" cy="464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latin typeface="Calibri"/>
              </a:rPr>
              <a:t>Click to edit the outline text format</a:t>
            </a:r>
            <a:endParaRPr b="0" lang="en-US" sz="2800" spc="-1" strike="noStrike"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Calibri"/>
              </a:rPr>
              <a:t>Second Outline Level</a:t>
            </a:r>
            <a:endParaRPr b="0" lang="en-US" sz="2800" spc="-1" strike="noStrike"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latin typeface="Calibri"/>
              </a:rPr>
              <a:t>Third Outline Level</a:t>
            </a:r>
            <a:endParaRPr b="0" lang="en-US" sz="2800" spc="-1" strike="noStrike"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Calibri"/>
              </a:rPr>
              <a:t>Fourth Outline Level</a:t>
            </a:r>
            <a:endParaRPr b="0" lang="en-US" sz="2800" spc="-1" strike="noStrike"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latin typeface="Calibri"/>
              </a:rPr>
              <a:t>Fifth Outline Level</a:t>
            </a:r>
            <a:endParaRPr b="0" lang="en-US" sz="2800" spc="-1" strike="noStrike"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latin typeface="Calibri"/>
              </a:rPr>
              <a:t>Sixth Outline Level</a:t>
            </a:r>
            <a:endParaRPr b="0" lang="en-US" sz="2800" spc="-1" strike="noStrike"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latin typeface="Calibri"/>
              </a:rPr>
              <a:t>Seventh Outline </a:t>
            </a:r>
            <a:r>
              <a:rPr b="0" lang="en-US" sz="2800" spc="-1" strike="noStrike">
                <a:latin typeface="Calibri"/>
              </a:rPr>
              <a:t>Level</a:t>
            </a:r>
            <a:endParaRPr b="0" lang="en-US" sz="2800" spc="-1" strike="noStrike"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4421520" y="9070920"/>
            <a:ext cx="416124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2"/>
          </p:nvPr>
        </p:nvSpPr>
        <p:spPr>
          <a:xfrm>
            <a:off x="650160" y="9070920"/>
            <a:ext cx="299088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12040" y="9228960"/>
            <a:ext cx="389520" cy="40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13040">
              <a:lnSpc>
                <a:spcPct val="100000"/>
              </a:lnSpc>
              <a:spcBef>
                <a:spcPts val="575"/>
              </a:spcBef>
              <a:buNone/>
              <a:defRPr b="0" lang="en-US" sz="1800" spc="128" strike="noStrike">
                <a:solidFill>
                  <a:srgbClr val="000000"/>
                </a:solidFill>
                <a:latin typeface="Yu Gothic"/>
              </a:defRPr>
            </a:lvl1pPr>
          </a:lstStyle>
          <a:p>
            <a:pPr marL="113040">
              <a:lnSpc>
                <a:spcPct val="100000"/>
              </a:lnSpc>
              <a:spcBef>
                <a:spcPts val="575"/>
              </a:spcBef>
              <a:buNone/>
            </a:pPr>
            <a:fld id="{EA492DFB-9A37-4C2D-B1CD-0972B2A6A5D2}" type="slidenum">
              <a:rPr b="0" lang="en-US" sz="1800" spc="128" strike="noStrike">
                <a:solidFill>
                  <a:srgbClr val="000000"/>
                </a:solidFill>
                <a:latin typeface="Yu Gothic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50160" y="388800"/>
            <a:ext cx="11703600" cy="162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7569" spc="-1" strike="noStrike">
                <a:latin typeface="Arial"/>
              </a:rPr>
              <a:t>C</a:t>
            </a:r>
            <a:r>
              <a:rPr b="0" lang="en-US" sz="7569" spc="-1" strike="noStrike">
                <a:latin typeface="Arial"/>
              </a:rPr>
              <a:t>li</a:t>
            </a:r>
            <a:r>
              <a:rPr b="0" lang="en-US" sz="7569" spc="-1" strike="noStrike">
                <a:latin typeface="Arial"/>
              </a:rPr>
              <a:t>c</a:t>
            </a:r>
            <a:r>
              <a:rPr b="0" lang="en-US" sz="7569" spc="-1" strike="noStrike">
                <a:latin typeface="Arial"/>
              </a:rPr>
              <a:t>k </a:t>
            </a:r>
            <a:r>
              <a:rPr b="0" lang="en-US" sz="7569" spc="-1" strike="noStrike">
                <a:latin typeface="Arial"/>
              </a:rPr>
              <a:t>t</a:t>
            </a:r>
            <a:r>
              <a:rPr b="0" lang="en-US" sz="7569" spc="-1" strike="noStrike">
                <a:latin typeface="Arial"/>
              </a:rPr>
              <a:t>o </a:t>
            </a:r>
            <a:r>
              <a:rPr b="0" lang="en-US" sz="7569" spc="-1" strike="noStrike">
                <a:latin typeface="Arial"/>
              </a:rPr>
              <a:t>e</a:t>
            </a:r>
            <a:r>
              <a:rPr b="0" lang="en-US" sz="7569" spc="-1" strike="noStrike">
                <a:latin typeface="Arial"/>
              </a:rPr>
              <a:t>d</a:t>
            </a:r>
            <a:r>
              <a:rPr b="0" lang="en-US" sz="7569" spc="-1" strike="noStrike">
                <a:latin typeface="Arial"/>
              </a:rPr>
              <a:t>it </a:t>
            </a:r>
            <a:r>
              <a:rPr b="0" lang="en-US" sz="7569" spc="-1" strike="noStrike">
                <a:latin typeface="Arial"/>
              </a:rPr>
              <a:t>t</a:t>
            </a:r>
            <a:r>
              <a:rPr b="0" lang="en-US" sz="7569" spc="-1" strike="noStrike">
                <a:latin typeface="Arial"/>
              </a:rPr>
              <a:t>h</a:t>
            </a:r>
            <a:r>
              <a:rPr b="0" lang="en-US" sz="7569" spc="-1" strike="noStrike">
                <a:latin typeface="Arial"/>
              </a:rPr>
              <a:t>e </a:t>
            </a:r>
            <a:r>
              <a:rPr b="0" lang="en-US" sz="7569" spc="-1" strike="noStrike">
                <a:latin typeface="Arial"/>
              </a:rPr>
              <a:t>ti</a:t>
            </a:r>
            <a:r>
              <a:rPr b="0" lang="en-US" sz="7569" spc="-1" strike="noStrike">
                <a:latin typeface="Arial"/>
              </a:rPr>
              <a:t>tl</a:t>
            </a:r>
            <a:r>
              <a:rPr b="0" lang="en-US" sz="7569" spc="-1" strike="noStrike">
                <a:latin typeface="Arial"/>
              </a:rPr>
              <a:t>e </a:t>
            </a:r>
            <a:r>
              <a:rPr b="0" lang="en-US" sz="7569" spc="-1" strike="noStrike">
                <a:latin typeface="Arial"/>
              </a:rPr>
              <a:t>t</a:t>
            </a:r>
            <a:r>
              <a:rPr b="0" lang="en-US" sz="7569" spc="-1" strike="noStrike">
                <a:latin typeface="Arial"/>
              </a:rPr>
              <a:t>e</a:t>
            </a:r>
            <a:r>
              <a:rPr b="0" lang="en-US" sz="7569" spc="-1" strike="noStrike">
                <a:latin typeface="Arial"/>
              </a:rPr>
              <a:t>x</a:t>
            </a:r>
            <a:r>
              <a:rPr b="0" lang="en-US" sz="7569" spc="-1" strike="noStrike">
                <a:latin typeface="Arial"/>
              </a:rPr>
              <a:t>t </a:t>
            </a:r>
            <a:r>
              <a:rPr b="0" lang="en-US" sz="7569" spc="-1" strike="noStrike">
                <a:latin typeface="Arial"/>
              </a:rPr>
              <a:t>f</a:t>
            </a:r>
            <a:r>
              <a:rPr b="0" lang="en-US" sz="7569" spc="-1" strike="noStrike">
                <a:latin typeface="Arial"/>
              </a:rPr>
              <a:t>o</a:t>
            </a:r>
            <a:r>
              <a:rPr b="0" lang="en-US" sz="7569" spc="-1" strike="noStrike">
                <a:latin typeface="Arial"/>
              </a:rPr>
              <a:t>r</a:t>
            </a:r>
            <a:r>
              <a:rPr b="0" lang="en-US" sz="7569" spc="-1" strike="noStrike">
                <a:latin typeface="Arial"/>
              </a:rPr>
              <a:t>m</a:t>
            </a:r>
            <a:r>
              <a:rPr b="0" lang="en-US" sz="7569" spc="-1" strike="noStrike">
                <a:latin typeface="Arial"/>
              </a:rPr>
              <a:t>a</a:t>
            </a:r>
            <a:r>
              <a:rPr b="0" lang="en-US" sz="7569" spc="-1" strike="noStrike">
                <a:latin typeface="Arial"/>
              </a:rPr>
              <a:t>t</a:t>
            </a:r>
            <a:endParaRPr b="0" lang="en-US" sz="7569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50160" y="2281680"/>
            <a:ext cx="11703600" cy="56563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24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500" spc="-1" strike="noStrike">
                <a:latin typeface="Arial"/>
              </a:rPr>
              <a:t>C</a:t>
            </a:r>
            <a:r>
              <a:rPr b="0" lang="en-US" sz="5500" spc="-1" strike="noStrike">
                <a:latin typeface="Arial"/>
              </a:rPr>
              <a:t>l</a:t>
            </a:r>
            <a:r>
              <a:rPr b="0" lang="en-US" sz="5500" spc="-1" strike="noStrike">
                <a:latin typeface="Arial"/>
              </a:rPr>
              <a:t>i</a:t>
            </a:r>
            <a:r>
              <a:rPr b="0" lang="en-US" sz="5500" spc="-1" strike="noStrike">
                <a:latin typeface="Arial"/>
              </a:rPr>
              <a:t>c</a:t>
            </a:r>
            <a:r>
              <a:rPr b="0" lang="en-US" sz="5500" spc="-1" strike="noStrike">
                <a:latin typeface="Arial"/>
              </a:rPr>
              <a:t>k</a:t>
            </a:r>
            <a:r>
              <a:rPr b="0" lang="en-US" sz="5500" spc="-1" strike="noStrike">
                <a:latin typeface="Arial"/>
              </a:rPr>
              <a:t> </a:t>
            </a:r>
            <a:r>
              <a:rPr b="0" lang="en-US" sz="5500" spc="-1" strike="noStrike">
                <a:latin typeface="Arial"/>
              </a:rPr>
              <a:t>t</a:t>
            </a:r>
            <a:r>
              <a:rPr b="0" lang="en-US" sz="5500" spc="-1" strike="noStrike">
                <a:latin typeface="Arial"/>
              </a:rPr>
              <a:t>o</a:t>
            </a:r>
            <a:r>
              <a:rPr b="0" lang="en-US" sz="5500" spc="-1" strike="noStrike">
                <a:latin typeface="Arial"/>
              </a:rPr>
              <a:t> </a:t>
            </a:r>
            <a:r>
              <a:rPr b="0" lang="en-US" sz="5500" spc="-1" strike="noStrike">
                <a:latin typeface="Arial"/>
              </a:rPr>
              <a:t>e</a:t>
            </a:r>
            <a:r>
              <a:rPr b="0" lang="en-US" sz="5500" spc="-1" strike="noStrike">
                <a:latin typeface="Arial"/>
              </a:rPr>
              <a:t>d</a:t>
            </a:r>
            <a:r>
              <a:rPr b="0" lang="en-US" sz="5500" spc="-1" strike="noStrike">
                <a:latin typeface="Arial"/>
              </a:rPr>
              <a:t>i</a:t>
            </a:r>
            <a:r>
              <a:rPr b="0" lang="en-US" sz="5500" spc="-1" strike="noStrike">
                <a:latin typeface="Arial"/>
              </a:rPr>
              <a:t>t</a:t>
            </a:r>
            <a:r>
              <a:rPr b="0" lang="en-US" sz="5500" spc="-1" strike="noStrike">
                <a:latin typeface="Arial"/>
              </a:rPr>
              <a:t> </a:t>
            </a:r>
            <a:r>
              <a:rPr b="0" lang="en-US" sz="5500" spc="-1" strike="noStrike">
                <a:latin typeface="Arial"/>
              </a:rPr>
              <a:t>t</a:t>
            </a:r>
            <a:r>
              <a:rPr b="0" lang="en-US" sz="5500" spc="-1" strike="noStrike">
                <a:latin typeface="Arial"/>
              </a:rPr>
              <a:t>h</a:t>
            </a:r>
            <a:r>
              <a:rPr b="0" lang="en-US" sz="5500" spc="-1" strike="noStrike">
                <a:latin typeface="Arial"/>
              </a:rPr>
              <a:t>e</a:t>
            </a:r>
            <a:r>
              <a:rPr b="0" lang="en-US" sz="5500" spc="-1" strike="noStrike">
                <a:latin typeface="Arial"/>
              </a:rPr>
              <a:t> </a:t>
            </a:r>
            <a:r>
              <a:rPr b="0" lang="en-US" sz="5500" spc="-1" strike="noStrike">
                <a:latin typeface="Arial"/>
              </a:rPr>
              <a:t>o</a:t>
            </a:r>
            <a:r>
              <a:rPr b="0" lang="en-US" sz="5500" spc="-1" strike="noStrike">
                <a:latin typeface="Arial"/>
              </a:rPr>
              <a:t>u</a:t>
            </a:r>
            <a:r>
              <a:rPr b="0" lang="en-US" sz="5500" spc="-1" strike="noStrike">
                <a:latin typeface="Arial"/>
              </a:rPr>
              <a:t>t</a:t>
            </a:r>
            <a:r>
              <a:rPr b="0" lang="en-US" sz="5500" spc="-1" strike="noStrike">
                <a:latin typeface="Arial"/>
              </a:rPr>
              <a:t>l</a:t>
            </a:r>
            <a:r>
              <a:rPr b="0" lang="en-US" sz="5500" spc="-1" strike="noStrike">
                <a:latin typeface="Arial"/>
              </a:rPr>
              <a:t>i</a:t>
            </a:r>
            <a:r>
              <a:rPr b="0" lang="en-US" sz="5500" spc="-1" strike="noStrike">
                <a:latin typeface="Arial"/>
              </a:rPr>
              <a:t>n</a:t>
            </a:r>
            <a:r>
              <a:rPr b="0" lang="en-US" sz="5500" spc="-1" strike="noStrike">
                <a:latin typeface="Arial"/>
              </a:rPr>
              <a:t>e</a:t>
            </a:r>
            <a:r>
              <a:rPr b="0" lang="en-US" sz="5500" spc="-1" strike="noStrike">
                <a:latin typeface="Arial"/>
              </a:rPr>
              <a:t> </a:t>
            </a:r>
            <a:r>
              <a:rPr b="0" lang="en-US" sz="5500" spc="-1" strike="noStrike">
                <a:latin typeface="Arial"/>
              </a:rPr>
              <a:t>t</a:t>
            </a:r>
            <a:r>
              <a:rPr b="0" lang="en-US" sz="5500" spc="-1" strike="noStrike">
                <a:latin typeface="Arial"/>
              </a:rPr>
              <a:t>e</a:t>
            </a:r>
            <a:r>
              <a:rPr b="0" lang="en-US" sz="5500" spc="-1" strike="noStrike">
                <a:latin typeface="Arial"/>
              </a:rPr>
              <a:t>x</a:t>
            </a:r>
            <a:r>
              <a:rPr b="0" lang="en-US" sz="5500" spc="-1" strike="noStrike">
                <a:latin typeface="Arial"/>
              </a:rPr>
              <a:t>t</a:t>
            </a:r>
            <a:r>
              <a:rPr b="0" lang="en-US" sz="5500" spc="-1" strike="noStrike">
                <a:latin typeface="Arial"/>
              </a:rPr>
              <a:t> </a:t>
            </a:r>
            <a:r>
              <a:rPr b="0" lang="en-US" sz="5500" spc="-1" strike="noStrike">
                <a:latin typeface="Arial"/>
              </a:rPr>
              <a:t>f</a:t>
            </a:r>
            <a:r>
              <a:rPr b="0" lang="en-US" sz="5500" spc="-1" strike="noStrike">
                <a:latin typeface="Arial"/>
              </a:rPr>
              <a:t>o</a:t>
            </a:r>
            <a:r>
              <a:rPr b="0" lang="en-US" sz="5500" spc="-1" strike="noStrike">
                <a:latin typeface="Arial"/>
              </a:rPr>
              <a:t>r</a:t>
            </a:r>
            <a:r>
              <a:rPr b="0" lang="en-US" sz="5500" spc="-1" strike="noStrike">
                <a:latin typeface="Arial"/>
              </a:rPr>
              <a:t>m</a:t>
            </a:r>
            <a:r>
              <a:rPr b="0" lang="en-US" sz="5500" spc="-1" strike="noStrike">
                <a:latin typeface="Arial"/>
              </a:rPr>
              <a:t>a</a:t>
            </a:r>
            <a:r>
              <a:rPr b="0" lang="en-US" sz="5500" spc="-1" strike="noStrike">
                <a:latin typeface="Arial"/>
              </a:rPr>
              <a:t>t</a:t>
            </a:r>
            <a:endParaRPr b="0" lang="en-US" sz="5500" spc="-1" strike="noStrike">
              <a:latin typeface="Arial"/>
            </a:endParaRPr>
          </a:p>
          <a:p>
            <a:pPr lvl="1" marL="864000" indent="-324000">
              <a:spcBef>
                <a:spcPts val="194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820" spc="-1" strike="noStrike">
                <a:latin typeface="Arial"/>
              </a:rPr>
              <a:t>S</a:t>
            </a:r>
            <a:r>
              <a:rPr b="0" lang="en-US" sz="4820" spc="-1" strike="noStrike">
                <a:latin typeface="Arial"/>
              </a:rPr>
              <a:t>e</a:t>
            </a:r>
            <a:r>
              <a:rPr b="0" lang="en-US" sz="4820" spc="-1" strike="noStrike">
                <a:latin typeface="Arial"/>
              </a:rPr>
              <a:t>c</a:t>
            </a:r>
            <a:r>
              <a:rPr b="0" lang="en-US" sz="4820" spc="-1" strike="noStrike">
                <a:latin typeface="Arial"/>
              </a:rPr>
              <a:t>o</a:t>
            </a:r>
            <a:r>
              <a:rPr b="0" lang="en-US" sz="4820" spc="-1" strike="noStrike">
                <a:latin typeface="Arial"/>
              </a:rPr>
              <a:t>n</a:t>
            </a:r>
            <a:r>
              <a:rPr b="0" lang="en-US" sz="4820" spc="-1" strike="noStrike">
                <a:latin typeface="Arial"/>
              </a:rPr>
              <a:t>d</a:t>
            </a:r>
            <a:r>
              <a:rPr b="0" lang="en-US" sz="4820" spc="-1" strike="noStrike">
                <a:latin typeface="Arial"/>
              </a:rPr>
              <a:t> </a:t>
            </a:r>
            <a:r>
              <a:rPr b="0" lang="en-US" sz="4820" spc="-1" strike="noStrike">
                <a:latin typeface="Arial"/>
              </a:rPr>
              <a:t>O</a:t>
            </a:r>
            <a:r>
              <a:rPr b="0" lang="en-US" sz="4820" spc="-1" strike="noStrike">
                <a:latin typeface="Arial"/>
              </a:rPr>
              <a:t>u</a:t>
            </a:r>
            <a:r>
              <a:rPr b="0" lang="en-US" sz="4820" spc="-1" strike="noStrike">
                <a:latin typeface="Arial"/>
              </a:rPr>
              <a:t>t</a:t>
            </a:r>
            <a:r>
              <a:rPr b="0" lang="en-US" sz="4820" spc="-1" strike="noStrike">
                <a:latin typeface="Arial"/>
              </a:rPr>
              <a:t>l</a:t>
            </a:r>
            <a:r>
              <a:rPr b="0" lang="en-US" sz="4820" spc="-1" strike="noStrike">
                <a:latin typeface="Arial"/>
              </a:rPr>
              <a:t>i</a:t>
            </a:r>
            <a:r>
              <a:rPr b="0" lang="en-US" sz="4820" spc="-1" strike="noStrike">
                <a:latin typeface="Arial"/>
              </a:rPr>
              <a:t>n</a:t>
            </a:r>
            <a:r>
              <a:rPr b="0" lang="en-US" sz="4820" spc="-1" strike="noStrike">
                <a:latin typeface="Arial"/>
              </a:rPr>
              <a:t>e</a:t>
            </a:r>
            <a:r>
              <a:rPr b="0" lang="en-US" sz="4820" spc="-1" strike="noStrike">
                <a:latin typeface="Arial"/>
              </a:rPr>
              <a:t> </a:t>
            </a:r>
            <a:r>
              <a:rPr b="0" lang="en-US" sz="4820" spc="-1" strike="noStrike">
                <a:latin typeface="Arial"/>
              </a:rPr>
              <a:t>L</a:t>
            </a:r>
            <a:r>
              <a:rPr b="0" lang="en-US" sz="4820" spc="-1" strike="noStrike">
                <a:latin typeface="Arial"/>
              </a:rPr>
              <a:t>e</a:t>
            </a:r>
            <a:r>
              <a:rPr b="0" lang="en-US" sz="4820" spc="-1" strike="noStrike">
                <a:latin typeface="Arial"/>
              </a:rPr>
              <a:t>v</a:t>
            </a:r>
            <a:r>
              <a:rPr b="0" lang="en-US" sz="4820" spc="-1" strike="noStrike">
                <a:latin typeface="Arial"/>
              </a:rPr>
              <a:t>e</a:t>
            </a:r>
            <a:r>
              <a:rPr b="0" lang="en-US" sz="4820" spc="-1" strike="noStrike">
                <a:latin typeface="Arial"/>
              </a:rPr>
              <a:t>l</a:t>
            </a:r>
            <a:endParaRPr b="0" lang="en-US" sz="4820" spc="-1" strike="noStrike">
              <a:latin typeface="Arial"/>
            </a:endParaRPr>
          </a:p>
          <a:p>
            <a:pPr lvl="2" marL="1296000" indent="-288000">
              <a:spcBef>
                <a:spcPts val="146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130" spc="-1" strike="noStrike">
                <a:latin typeface="Arial"/>
              </a:rPr>
              <a:t>T</a:t>
            </a:r>
            <a:r>
              <a:rPr b="0" lang="en-US" sz="4130" spc="-1" strike="noStrike">
                <a:latin typeface="Arial"/>
              </a:rPr>
              <a:t>h</a:t>
            </a:r>
            <a:r>
              <a:rPr b="0" lang="en-US" sz="4130" spc="-1" strike="noStrike">
                <a:latin typeface="Arial"/>
              </a:rPr>
              <a:t>i</a:t>
            </a:r>
            <a:r>
              <a:rPr b="0" lang="en-US" sz="4130" spc="-1" strike="noStrike">
                <a:latin typeface="Arial"/>
              </a:rPr>
              <a:t>r</a:t>
            </a:r>
            <a:r>
              <a:rPr b="0" lang="en-US" sz="4130" spc="-1" strike="noStrike">
                <a:latin typeface="Arial"/>
              </a:rPr>
              <a:t>d</a:t>
            </a:r>
            <a:r>
              <a:rPr b="0" lang="en-US" sz="4130" spc="-1" strike="noStrike">
                <a:latin typeface="Arial"/>
              </a:rPr>
              <a:t> </a:t>
            </a:r>
            <a:r>
              <a:rPr b="0" lang="en-US" sz="4130" spc="-1" strike="noStrike">
                <a:latin typeface="Arial"/>
              </a:rPr>
              <a:t>O</a:t>
            </a:r>
            <a:r>
              <a:rPr b="0" lang="en-US" sz="4130" spc="-1" strike="noStrike">
                <a:latin typeface="Arial"/>
              </a:rPr>
              <a:t>u</a:t>
            </a:r>
            <a:r>
              <a:rPr b="0" lang="en-US" sz="4130" spc="-1" strike="noStrike">
                <a:latin typeface="Arial"/>
              </a:rPr>
              <a:t>t</a:t>
            </a:r>
            <a:r>
              <a:rPr b="0" lang="en-US" sz="4130" spc="-1" strike="noStrike">
                <a:latin typeface="Arial"/>
              </a:rPr>
              <a:t>l</a:t>
            </a:r>
            <a:r>
              <a:rPr b="0" lang="en-US" sz="4130" spc="-1" strike="noStrike">
                <a:latin typeface="Arial"/>
              </a:rPr>
              <a:t>i</a:t>
            </a:r>
            <a:r>
              <a:rPr b="0" lang="en-US" sz="4130" spc="-1" strike="noStrike">
                <a:latin typeface="Arial"/>
              </a:rPr>
              <a:t>n</a:t>
            </a:r>
            <a:r>
              <a:rPr b="0" lang="en-US" sz="4130" spc="-1" strike="noStrike">
                <a:latin typeface="Arial"/>
              </a:rPr>
              <a:t>e</a:t>
            </a:r>
            <a:r>
              <a:rPr b="0" lang="en-US" sz="4130" spc="-1" strike="noStrike">
                <a:latin typeface="Arial"/>
              </a:rPr>
              <a:t> </a:t>
            </a:r>
            <a:r>
              <a:rPr b="0" lang="en-US" sz="4130" spc="-1" strike="noStrike">
                <a:latin typeface="Arial"/>
              </a:rPr>
              <a:t>L</a:t>
            </a:r>
            <a:r>
              <a:rPr b="0" lang="en-US" sz="4130" spc="-1" strike="noStrike">
                <a:latin typeface="Arial"/>
              </a:rPr>
              <a:t>e</a:t>
            </a:r>
            <a:r>
              <a:rPr b="0" lang="en-US" sz="4130" spc="-1" strike="noStrike">
                <a:latin typeface="Arial"/>
              </a:rPr>
              <a:t>v</a:t>
            </a:r>
            <a:r>
              <a:rPr b="0" lang="en-US" sz="4130" spc="-1" strike="noStrike">
                <a:latin typeface="Arial"/>
              </a:rPr>
              <a:t>e</a:t>
            </a:r>
            <a:r>
              <a:rPr b="0" lang="en-US" sz="4130" spc="-1" strike="noStrike">
                <a:latin typeface="Arial"/>
              </a:rPr>
              <a:t>l</a:t>
            </a:r>
            <a:endParaRPr b="0" lang="en-US" sz="4130" spc="-1" strike="noStrike">
              <a:latin typeface="Arial"/>
            </a:endParaRPr>
          </a:p>
          <a:p>
            <a:pPr lvl="3" marL="1728000" indent="-216000">
              <a:spcBef>
                <a:spcPts val="97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440" spc="-1" strike="noStrike">
                <a:latin typeface="Arial"/>
              </a:rPr>
              <a:t>F</a:t>
            </a:r>
            <a:r>
              <a:rPr b="0" lang="en-US" sz="3440" spc="-1" strike="noStrike">
                <a:latin typeface="Arial"/>
              </a:rPr>
              <a:t>o</a:t>
            </a:r>
            <a:r>
              <a:rPr b="0" lang="en-US" sz="3440" spc="-1" strike="noStrike">
                <a:latin typeface="Arial"/>
              </a:rPr>
              <a:t>u</a:t>
            </a:r>
            <a:r>
              <a:rPr b="0" lang="en-US" sz="3440" spc="-1" strike="noStrike">
                <a:latin typeface="Arial"/>
              </a:rPr>
              <a:t>r</a:t>
            </a:r>
            <a:r>
              <a:rPr b="0" lang="en-US" sz="3440" spc="-1" strike="noStrike">
                <a:latin typeface="Arial"/>
              </a:rPr>
              <a:t>t</a:t>
            </a:r>
            <a:r>
              <a:rPr b="0" lang="en-US" sz="3440" spc="-1" strike="noStrike">
                <a:latin typeface="Arial"/>
              </a:rPr>
              <a:t>h</a:t>
            </a:r>
            <a:r>
              <a:rPr b="0" lang="en-US" sz="3440" spc="-1" strike="noStrike">
                <a:latin typeface="Arial"/>
              </a:rPr>
              <a:t> </a:t>
            </a:r>
            <a:r>
              <a:rPr b="0" lang="en-US" sz="3440" spc="-1" strike="noStrike">
                <a:latin typeface="Arial"/>
              </a:rPr>
              <a:t>O</a:t>
            </a:r>
            <a:r>
              <a:rPr b="0" lang="en-US" sz="3440" spc="-1" strike="noStrike">
                <a:latin typeface="Arial"/>
              </a:rPr>
              <a:t>u</a:t>
            </a:r>
            <a:r>
              <a:rPr b="0" lang="en-US" sz="3440" spc="-1" strike="noStrike">
                <a:latin typeface="Arial"/>
              </a:rPr>
              <a:t>t</a:t>
            </a:r>
            <a:r>
              <a:rPr b="0" lang="en-US" sz="3440" spc="-1" strike="noStrike">
                <a:latin typeface="Arial"/>
              </a:rPr>
              <a:t>l</a:t>
            </a:r>
            <a:r>
              <a:rPr b="0" lang="en-US" sz="3440" spc="-1" strike="noStrike">
                <a:latin typeface="Arial"/>
              </a:rPr>
              <a:t>i</a:t>
            </a:r>
            <a:r>
              <a:rPr b="0" lang="en-US" sz="3440" spc="-1" strike="noStrike">
                <a:latin typeface="Arial"/>
              </a:rPr>
              <a:t>n</a:t>
            </a:r>
            <a:r>
              <a:rPr b="0" lang="en-US" sz="3440" spc="-1" strike="noStrike">
                <a:latin typeface="Arial"/>
              </a:rPr>
              <a:t>e</a:t>
            </a:r>
            <a:r>
              <a:rPr b="0" lang="en-US" sz="3440" spc="-1" strike="noStrike">
                <a:latin typeface="Arial"/>
              </a:rPr>
              <a:t> </a:t>
            </a:r>
            <a:r>
              <a:rPr b="0" lang="en-US" sz="3440" spc="-1" strike="noStrike">
                <a:latin typeface="Arial"/>
              </a:rPr>
              <a:t>L</a:t>
            </a:r>
            <a:r>
              <a:rPr b="0" lang="en-US" sz="3440" spc="-1" strike="noStrike">
                <a:latin typeface="Arial"/>
              </a:rPr>
              <a:t>e</a:t>
            </a:r>
            <a:r>
              <a:rPr b="0" lang="en-US" sz="3440" spc="-1" strike="noStrike">
                <a:latin typeface="Arial"/>
              </a:rPr>
              <a:t>v</a:t>
            </a:r>
            <a:r>
              <a:rPr b="0" lang="en-US" sz="3440" spc="-1" strike="noStrike">
                <a:latin typeface="Arial"/>
              </a:rPr>
              <a:t>e</a:t>
            </a:r>
            <a:r>
              <a:rPr b="0" lang="en-US" sz="3440" spc="-1" strike="noStrike">
                <a:latin typeface="Arial"/>
              </a:rPr>
              <a:t>l</a:t>
            </a:r>
            <a:endParaRPr b="0" lang="en-US" sz="3440" spc="-1" strike="noStrike">
              <a:latin typeface="Arial"/>
            </a:endParaRPr>
          </a:p>
          <a:p>
            <a:pPr lvl="4" marL="2160000" indent="-216000">
              <a:spcBef>
                <a:spcPts val="4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440" spc="-1" strike="noStrike">
                <a:latin typeface="Arial"/>
              </a:rPr>
              <a:t>F</a:t>
            </a:r>
            <a:r>
              <a:rPr b="0" lang="en-US" sz="3440" spc="-1" strike="noStrike">
                <a:latin typeface="Arial"/>
              </a:rPr>
              <a:t>i</a:t>
            </a:r>
            <a:r>
              <a:rPr b="0" lang="en-US" sz="3440" spc="-1" strike="noStrike">
                <a:latin typeface="Arial"/>
              </a:rPr>
              <a:t>f</a:t>
            </a:r>
            <a:r>
              <a:rPr b="0" lang="en-US" sz="3440" spc="-1" strike="noStrike">
                <a:latin typeface="Arial"/>
              </a:rPr>
              <a:t>t</a:t>
            </a:r>
            <a:r>
              <a:rPr b="0" lang="en-US" sz="3440" spc="-1" strike="noStrike">
                <a:latin typeface="Arial"/>
              </a:rPr>
              <a:t>h</a:t>
            </a:r>
            <a:r>
              <a:rPr b="0" lang="en-US" sz="3440" spc="-1" strike="noStrike">
                <a:latin typeface="Arial"/>
              </a:rPr>
              <a:t> </a:t>
            </a:r>
            <a:r>
              <a:rPr b="0" lang="en-US" sz="3440" spc="-1" strike="noStrike">
                <a:latin typeface="Arial"/>
              </a:rPr>
              <a:t>O</a:t>
            </a:r>
            <a:r>
              <a:rPr b="0" lang="en-US" sz="3440" spc="-1" strike="noStrike">
                <a:latin typeface="Arial"/>
              </a:rPr>
              <a:t>u</a:t>
            </a:r>
            <a:r>
              <a:rPr b="0" lang="en-US" sz="3440" spc="-1" strike="noStrike">
                <a:latin typeface="Arial"/>
              </a:rPr>
              <a:t>t</a:t>
            </a:r>
            <a:r>
              <a:rPr b="0" lang="en-US" sz="3440" spc="-1" strike="noStrike">
                <a:latin typeface="Arial"/>
              </a:rPr>
              <a:t>l</a:t>
            </a:r>
            <a:r>
              <a:rPr b="0" lang="en-US" sz="3440" spc="-1" strike="noStrike">
                <a:latin typeface="Arial"/>
              </a:rPr>
              <a:t>i</a:t>
            </a:r>
            <a:r>
              <a:rPr b="0" lang="en-US" sz="3440" spc="-1" strike="noStrike">
                <a:latin typeface="Arial"/>
              </a:rPr>
              <a:t>n</a:t>
            </a:r>
            <a:r>
              <a:rPr b="0" lang="en-US" sz="3440" spc="-1" strike="noStrike">
                <a:latin typeface="Arial"/>
              </a:rPr>
              <a:t>e</a:t>
            </a:r>
            <a:r>
              <a:rPr b="0" lang="en-US" sz="3440" spc="-1" strike="noStrike">
                <a:latin typeface="Arial"/>
              </a:rPr>
              <a:t> </a:t>
            </a:r>
            <a:r>
              <a:rPr b="0" lang="en-US" sz="3440" spc="-1" strike="noStrike">
                <a:latin typeface="Arial"/>
              </a:rPr>
              <a:t>L</a:t>
            </a:r>
            <a:r>
              <a:rPr b="0" lang="en-US" sz="3440" spc="-1" strike="noStrike">
                <a:latin typeface="Arial"/>
              </a:rPr>
              <a:t>e</a:t>
            </a:r>
            <a:r>
              <a:rPr b="0" lang="en-US" sz="3440" spc="-1" strike="noStrike">
                <a:latin typeface="Arial"/>
              </a:rPr>
              <a:t>v</a:t>
            </a:r>
            <a:r>
              <a:rPr b="0" lang="en-US" sz="3440" spc="-1" strike="noStrike">
                <a:latin typeface="Arial"/>
              </a:rPr>
              <a:t>e</a:t>
            </a:r>
            <a:r>
              <a:rPr b="0" lang="en-US" sz="3440" spc="-1" strike="noStrike">
                <a:latin typeface="Arial"/>
              </a:rPr>
              <a:t>l</a:t>
            </a:r>
            <a:endParaRPr b="0" lang="en-US" sz="3440" spc="-1" strike="noStrike">
              <a:latin typeface="Arial"/>
            </a:endParaRPr>
          </a:p>
          <a:p>
            <a:pPr lvl="5" marL="2592000" indent="-216000">
              <a:spcBef>
                <a:spcPts val="4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440" spc="-1" strike="noStrike">
                <a:latin typeface="Arial"/>
              </a:rPr>
              <a:t>S</a:t>
            </a:r>
            <a:r>
              <a:rPr b="0" lang="en-US" sz="3440" spc="-1" strike="noStrike">
                <a:latin typeface="Arial"/>
              </a:rPr>
              <a:t>i</a:t>
            </a:r>
            <a:r>
              <a:rPr b="0" lang="en-US" sz="3440" spc="-1" strike="noStrike">
                <a:latin typeface="Arial"/>
              </a:rPr>
              <a:t>x</a:t>
            </a:r>
            <a:r>
              <a:rPr b="0" lang="en-US" sz="3440" spc="-1" strike="noStrike">
                <a:latin typeface="Arial"/>
              </a:rPr>
              <a:t>t</a:t>
            </a:r>
            <a:r>
              <a:rPr b="0" lang="en-US" sz="3440" spc="-1" strike="noStrike">
                <a:latin typeface="Arial"/>
              </a:rPr>
              <a:t>h</a:t>
            </a:r>
            <a:r>
              <a:rPr b="0" lang="en-US" sz="3440" spc="-1" strike="noStrike">
                <a:latin typeface="Arial"/>
              </a:rPr>
              <a:t> </a:t>
            </a:r>
            <a:r>
              <a:rPr b="0" lang="en-US" sz="3440" spc="-1" strike="noStrike">
                <a:latin typeface="Arial"/>
              </a:rPr>
              <a:t>O</a:t>
            </a:r>
            <a:r>
              <a:rPr b="0" lang="en-US" sz="3440" spc="-1" strike="noStrike">
                <a:latin typeface="Arial"/>
              </a:rPr>
              <a:t>u</a:t>
            </a:r>
            <a:r>
              <a:rPr b="0" lang="en-US" sz="3440" spc="-1" strike="noStrike">
                <a:latin typeface="Arial"/>
              </a:rPr>
              <a:t>t</a:t>
            </a:r>
            <a:r>
              <a:rPr b="0" lang="en-US" sz="3440" spc="-1" strike="noStrike">
                <a:latin typeface="Arial"/>
              </a:rPr>
              <a:t>l</a:t>
            </a:r>
            <a:r>
              <a:rPr b="0" lang="en-US" sz="3440" spc="-1" strike="noStrike">
                <a:latin typeface="Arial"/>
              </a:rPr>
              <a:t>i</a:t>
            </a:r>
            <a:r>
              <a:rPr b="0" lang="en-US" sz="3440" spc="-1" strike="noStrike">
                <a:latin typeface="Arial"/>
              </a:rPr>
              <a:t>n</a:t>
            </a:r>
            <a:r>
              <a:rPr b="0" lang="en-US" sz="3440" spc="-1" strike="noStrike">
                <a:latin typeface="Arial"/>
              </a:rPr>
              <a:t>e</a:t>
            </a:r>
            <a:r>
              <a:rPr b="0" lang="en-US" sz="3440" spc="-1" strike="noStrike">
                <a:latin typeface="Arial"/>
              </a:rPr>
              <a:t> </a:t>
            </a:r>
            <a:r>
              <a:rPr b="0" lang="en-US" sz="3440" spc="-1" strike="noStrike">
                <a:latin typeface="Arial"/>
              </a:rPr>
              <a:t>L</a:t>
            </a:r>
            <a:r>
              <a:rPr b="0" lang="en-US" sz="3440" spc="-1" strike="noStrike">
                <a:latin typeface="Arial"/>
              </a:rPr>
              <a:t>e</a:t>
            </a:r>
            <a:r>
              <a:rPr b="0" lang="en-US" sz="3440" spc="-1" strike="noStrike">
                <a:latin typeface="Arial"/>
              </a:rPr>
              <a:t>v</a:t>
            </a:r>
            <a:r>
              <a:rPr b="0" lang="en-US" sz="3440" spc="-1" strike="noStrike">
                <a:latin typeface="Arial"/>
              </a:rPr>
              <a:t>e</a:t>
            </a:r>
            <a:r>
              <a:rPr b="0" lang="en-US" sz="3440" spc="-1" strike="noStrike">
                <a:latin typeface="Arial"/>
              </a:rPr>
              <a:t>l</a:t>
            </a:r>
            <a:endParaRPr b="0" lang="en-US" sz="3440" spc="-1" strike="noStrike">
              <a:latin typeface="Arial"/>
            </a:endParaRPr>
          </a:p>
          <a:p>
            <a:pPr lvl="6" marL="3024000" indent="-216000">
              <a:spcBef>
                <a:spcPts val="4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440" spc="-1" strike="noStrike">
                <a:latin typeface="Arial"/>
              </a:rPr>
              <a:t>S</a:t>
            </a:r>
            <a:r>
              <a:rPr b="0" lang="en-US" sz="3440" spc="-1" strike="noStrike">
                <a:latin typeface="Arial"/>
              </a:rPr>
              <a:t>e</a:t>
            </a:r>
            <a:r>
              <a:rPr b="0" lang="en-US" sz="3440" spc="-1" strike="noStrike">
                <a:latin typeface="Arial"/>
              </a:rPr>
              <a:t>v</a:t>
            </a:r>
            <a:r>
              <a:rPr b="0" lang="en-US" sz="3440" spc="-1" strike="noStrike">
                <a:latin typeface="Arial"/>
              </a:rPr>
              <a:t>e</a:t>
            </a:r>
            <a:r>
              <a:rPr b="0" lang="en-US" sz="3440" spc="-1" strike="noStrike">
                <a:latin typeface="Arial"/>
              </a:rPr>
              <a:t>n</a:t>
            </a:r>
            <a:r>
              <a:rPr b="0" lang="en-US" sz="3440" spc="-1" strike="noStrike">
                <a:latin typeface="Arial"/>
              </a:rPr>
              <a:t>t</a:t>
            </a:r>
            <a:r>
              <a:rPr b="0" lang="en-US" sz="3440" spc="-1" strike="noStrike">
                <a:latin typeface="Arial"/>
              </a:rPr>
              <a:t>h</a:t>
            </a:r>
            <a:r>
              <a:rPr b="0" lang="en-US" sz="3440" spc="-1" strike="noStrike">
                <a:latin typeface="Arial"/>
              </a:rPr>
              <a:t> </a:t>
            </a:r>
            <a:r>
              <a:rPr b="0" lang="en-US" sz="3440" spc="-1" strike="noStrike">
                <a:latin typeface="Arial"/>
              </a:rPr>
              <a:t>O</a:t>
            </a:r>
            <a:r>
              <a:rPr b="0" lang="en-US" sz="3440" spc="-1" strike="noStrike">
                <a:latin typeface="Arial"/>
              </a:rPr>
              <a:t>u</a:t>
            </a:r>
            <a:r>
              <a:rPr b="0" lang="en-US" sz="3440" spc="-1" strike="noStrike">
                <a:latin typeface="Arial"/>
              </a:rPr>
              <a:t>t</a:t>
            </a:r>
            <a:r>
              <a:rPr b="0" lang="en-US" sz="3440" spc="-1" strike="noStrike">
                <a:latin typeface="Arial"/>
              </a:rPr>
              <a:t>l</a:t>
            </a:r>
            <a:r>
              <a:rPr b="0" lang="en-US" sz="3440" spc="-1" strike="noStrike">
                <a:latin typeface="Arial"/>
              </a:rPr>
              <a:t>i</a:t>
            </a:r>
            <a:r>
              <a:rPr b="0" lang="en-US" sz="3440" spc="-1" strike="noStrike">
                <a:latin typeface="Arial"/>
              </a:rPr>
              <a:t>n</a:t>
            </a:r>
            <a:r>
              <a:rPr b="0" lang="en-US" sz="3440" spc="-1" strike="noStrike">
                <a:latin typeface="Arial"/>
              </a:rPr>
              <a:t>e</a:t>
            </a:r>
            <a:r>
              <a:rPr b="0" lang="en-US" sz="3440" spc="-1" strike="noStrike">
                <a:latin typeface="Arial"/>
              </a:rPr>
              <a:t> </a:t>
            </a:r>
            <a:r>
              <a:rPr b="0" lang="en-US" sz="3440" spc="-1" strike="noStrike">
                <a:latin typeface="Arial"/>
              </a:rPr>
              <a:t>L</a:t>
            </a:r>
            <a:r>
              <a:rPr b="0" lang="en-US" sz="3440" spc="-1" strike="noStrike">
                <a:latin typeface="Arial"/>
              </a:rPr>
              <a:t>e</a:t>
            </a:r>
            <a:r>
              <a:rPr b="0" lang="en-US" sz="3440" spc="-1" strike="noStrike">
                <a:latin typeface="Arial"/>
              </a:rPr>
              <a:t>v</a:t>
            </a:r>
            <a:r>
              <a:rPr b="0" lang="en-US" sz="3440" spc="-1" strike="noStrike">
                <a:latin typeface="Arial"/>
              </a:rPr>
              <a:t>e</a:t>
            </a:r>
            <a:r>
              <a:rPr b="0" lang="en-US" sz="3440" spc="-1" strike="noStrike">
                <a:latin typeface="Arial"/>
              </a:rPr>
              <a:t>l</a:t>
            </a:r>
            <a:endParaRPr b="0" lang="en-US" sz="344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650160" y="8885160"/>
            <a:ext cx="3029760" cy="67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447440" y="8885160"/>
            <a:ext cx="4122000" cy="67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9324000" y="8885160"/>
            <a:ext cx="3029760" cy="67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1C4C635-6A57-4992-8BE6-29BECEDDCC4D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hyperlink" Target="mailto:MUGAST@LISE" TargetMode="External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1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2680" y="2229480"/>
            <a:ext cx="12959280" cy="1845000"/>
          </a:xfrm>
          <a:prstGeom prst="rect">
            <a:avLst/>
          </a:prstGeom>
          <a:noFill/>
          <a:ln w="0">
            <a:noFill/>
          </a:ln>
        </p:spPr>
        <p:txBody>
          <a:bodyPr lIns="0" rIns="0" tIns="11520" bIns="0" anchor="t">
            <a:noAutofit/>
          </a:bodyPr>
          <a:p>
            <a:pPr marL="375120" indent="-337680">
              <a:lnSpc>
                <a:spcPct val="126000"/>
              </a:lnSpc>
              <a:spcBef>
                <a:spcPts val="91"/>
              </a:spcBef>
              <a:buNone/>
              <a:tabLst>
                <a:tab algn="l" pos="0"/>
              </a:tabLst>
            </a:pPr>
            <a:r>
              <a:rPr b="0" lang="en-US" sz="4750" spc="248" strike="noStrike">
                <a:solidFill>
                  <a:srgbClr val="000000"/>
                </a:solidFill>
                <a:latin typeface="Yu Gothic"/>
              </a:rPr>
              <a:t>S</a:t>
            </a:r>
            <a:r>
              <a:rPr b="0" lang="en-US" sz="4750" spc="248" strike="noStrike">
                <a:solidFill>
                  <a:srgbClr val="000000"/>
                </a:solidFill>
                <a:latin typeface="Yu Gothic"/>
              </a:rPr>
              <a:t>t</a:t>
            </a:r>
            <a:r>
              <a:rPr b="0" lang="en-US" sz="4750" spc="248" strike="noStrike">
                <a:solidFill>
                  <a:srgbClr val="000000"/>
                </a:solidFill>
                <a:latin typeface="Yu Gothic"/>
              </a:rPr>
              <a:t>u</a:t>
            </a:r>
            <a:r>
              <a:rPr b="0" lang="en-US" sz="4750" spc="248" strike="noStrike">
                <a:solidFill>
                  <a:srgbClr val="000000"/>
                </a:solidFill>
                <a:latin typeface="Yu Gothic"/>
              </a:rPr>
              <a:t>d</a:t>
            </a:r>
            <a:r>
              <a:rPr b="0" lang="en-US" sz="4750" spc="248" strike="noStrike">
                <a:solidFill>
                  <a:srgbClr val="000000"/>
                </a:solidFill>
                <a:latin typeface="Yu Gothic"/>
              </a:rPr>
              <a:t>y</a:t>
            </a:r>
            <a:r>
              <a:rPr b="0" lang="en-US" sz="4750" spc="242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0" lang="en-US" sz="4750" spc="318" strike="noStrike">
                <a:solidFill>
                  <a:srgbClr val="000000"/>
                </a:solidFill>
                <a:latin typeface="Yu Gothic"/>
              </a:rPr>
              <a:t>o</a:t>
            </a:r>
            <a:r>
              <a:rPr b="0" lang="en-US" sz="4750" spc="318" strike="noStrike">
                <a:solidFill>
                  <a:srgbClr val="000000"/>
                </a:solidFill>
                <a:latin typeface="Yu Gothic"/>
              </a:rPr>
              <a:t>f</a:t>
            </a:r>
            <a:r>
              <a:rPr b="0" lang="en-US" sz="4750" spc="242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0" lang="en-US" sz="4750" spc="182" strike="noStrike">
                <a:solidFill>
                  <a:srgbClr val="000000"/>
                </a:solidFill>
                <a:latin typeface="Yu Gothic"/>
              </a:rPr>
              <a:t>t</a:t>
            </a:r>
            <a:r>
              <a:rPr b="0" lang="en-US" sz="4750" spc="182" strike="noStrike">
                <a:solidFill>
                  <a:srgbClr val="000000"/>
                </a:solidFill>
                <a:latin typeface="Yu Gothic"/>
              </a:rPr>
              <a:t>h</a:t>
            </a:r>
            <a:r>
              <a:rPr b="0" lang="en-US" sz="4750" spc="182" strike="noStrike">
                <a:solidFill>
                  <a:srgbClr val="000000"/>
                </a:solidFill>
                <a:latin typeface="Yu Gothic"/>
              </a:rPr>
              <a:t>e</a:t>
            </a:r>
            <a:r>
              <a:rPr b="0" lang="en-US" sz="4750" spc="248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0" lang="en-US" sz="4750" spc="214" strike="noStrike">
                <a:solidFill>
                  <a:srgbClr val="000000"/>
                </a:solidFill>
                <a:latin typeface="Yu Gothic"/>
              </a:rPr>
              <a:t>n</a:t>
            </a:r>
            <a:r>
              <a:rPr b="0" lang="en-US" sz="4750" spc="214" strike="noStrike">
                <a:solidFill>
                  <a:srgbClr val="000000"/>
                </a:solidFill>
                <a:latin typeface="Yu Gothic"/>
              </a:rPr>
              <a:t>e</a:t>
            </a:r>
            <a:r>
              <a:rPr b="0" lang="en-US" sz="4750" spc="214" strike="noStrike">
                <a:solidFill>
                  <a:srgbClr val="000000"/>
                </a:solidFill>
                <a:latin typeface="Yu Gothic"/>
              </a:rPr>
              <a:t>u</a:t>
            </a:r>
            <a:r>
              <a:rPr b="0" lang="en-US" sz="4750" spc="214" strike="noStrike">
                <a:solidFill>
                  <a:srgbClr val="000000"/>
                </a:solidFill>
                <a:latin typeface="Yu Gothic"/>
              </a:rPr>
              <a:t>t</a:t>
            </a:r>
            <a:r>
              <a:rPr b="0" lang="en-US" sz="4750" spc="214" strike="noStrike">
                <a:solidFill>
                  <a:srgbClr val="000000"/>
                </a:solidFill>
                <a:latin typeface="Yu Gothic"/>
              </a:rPr>
              <a:t>r</a:t>
            </a:r>
            <a:r>
              <a:rPr b="0" lang="en-US" sz="4750" spc="214" strike="noStrike">
                <a:solidFill>
                  <a:srgbClr val="000000"/>
                </a:solidFill>
                <a:latin typeface="Yu Gothic"/>
              </a:rPr>
              <a:t>o</a:t>
            </a:r>
            <a:r>
              <a:rPr b="0" lang="en-US" sz="4750" spc="214" strike="noStrike">
                <a:solidFill>
                  <a:srgbClr val="000000"/>
                </a:solidFill>
                <a:latin typeface="Yu Gothic"/>
              </a:rPr>
              <a:t>n</a:t>
            </a:r>
            <a:r>
              <a:rPr b="0" lang="en-US" sz="4750" spc="242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0" lang="en-US" sz="4750" spc="123" strike="noStrike">
                <a:solidFill>
                  <a:srgbClr val="000000"/>
                </a:solidFill>
                <a:latin typeface="Yu Gothic"/>
              </a:rPr>
              <a:t>F</a:t>
            </a:r>
            <a:r>
              <a:rPr b="0" lang="en-US" sz="4750" spc="123" strike="noStrike">
                <a:solidFill>
                  <a:srgbClr val="000000"/>
                </a:solidFill>
                <a:latin typeface="Yu Gothic"/>
              </a:rPr>
              <a:t>e</a:t>
            </a:r>
            <a:r>
              <a:rPr b="0" lang="en-US" sz="4750" spc="123" strike="noStrike">
                <a:solidFill>
                  <a:srgbClr val="000000"/>
                </a:solidFill>
                <a:latin typeface="Yu Gothic"/>
              </a:rPr>
              <a:t>r</a:t>
            </a:r>
            <a:r>
              <a:rPr b="0" lang="en-US" sz="4750" spc="123" strike="noStrike">
                <a:solidFill>
                  <a:srgbClr val="000000"/>
                </a:solidFill>
                <a:latin typeface="Yu Gothic"/>
              </a:rPr>
              <a:t>m</a:t>
            </a:r>
            <a:r>
              <a:rPr b="0" lang="en-US" sz="4750" spc="123" strike="noStrike">
                <a:solidFill>
                  <a:srgbClr val="000000"/>
                </a:solidFill>
                <a:latin typeface="Yu Gothic"/>
              </a:rPr>
              <a:t>i</a:t>
            </a:r>
            <a:r>
              <a:rPr b="0" lang="en-US" sz="4750" spc="248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0" lang="en-US" sz="4750" spc="202" strike="noStrike">
                <a:solidFill>
                  <a:srgbClr val="000000"/>
                </a:solidFill>
                <a:latin typeface="Yu Gothic"/>
              </a:rPr>
              <a:t>s</a:t>
            </a:r>
            <a:r>
              <a:rPr b="0" lang="en-US" sz="4750" spc="202" strike="noStrike">
                <a:solidFill>
                  <a:srgbClr val="000000"/>
                </a:solidFill>
                <a:latin typeface="Yu Gothic"/>
              </a:rPr>
              <a:t>u</a:t>
            </a:r>
            <a:r>
              <a:rPr b="0" lang="en-US" sz="4750" spc="202" strike="noStrike">
                <a:solidFill>
                  <a:srgbClr val="000000"/>
                </a:solidFill>
                <a:latin typeface="Yu Gothic"/>
              </a:rPr>
              <a:t>r</a:t>
            </a:r>
            <a:r>
              <a:rPr b="0" lang="en-US" sz="4750" spc="202" strike="noStrike">
                <a:solidFill>
                  <a:srgbClr val="000000"/>
                </a:solidFill>
                <a:latin typeface="Yu Gothic"/>
              </a:rPr>
              <a:t>f</a:t>
            </a:r>
            <a:r>
              <a:rPr b="0" lang="en-US" sz="4750" spc="202" strike="noStrike">
                <a:solidFill>
                  <a:srgbClr val="000000"/>
                </a:solidFill>
                <a:latin typeface="Yu Gothic"/>
              </a:rPr>
              <a:t>a</a:t>
            </a:r>
            <a:r>
              <a:rPr b="0" lang="en-US" sz="4750" spc="202" strike="noStrike">
                <a:solidFill>
                  <a:srgbClr val="000000"/>
                </a:solidFill>
                <a:latin typeface="Yu Gothic"/>
              </a:rPr>
              <a:t>c</a:t>
            </a:r>
            <a:r>
              <a:rPr b="0" lang="en-US" sz="4750" spc="202" strike="noStrike">
                <a:solidFill>
                  <a:srgbClr val="000000"/>
                </a:solidFill>
                <a:latin typeface="Yu Gothic"/>
              </a:rPr>
              <a:t>e</a:t>
            </a:r>
            <a:r>
              <a:rPr b="0" lang="en-US" sz="4750" spc="239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0" lang="en-US" sz="4750" spc="318" strike="noStrike">
                <a:solidFill>
                  <a:srgbClr val="000000"/>
                </a:solidFill>
                <a:latin typeface="Yu Gothic"/>
              </a:rPr>
              <a:t>o</a:t>
            </a:r>
            <a:r>
              <a:rPr b="0" lang="en-US" sz="4750" spc="318" strike="noStrike">
                <a:solidFill>
                  <a:srgbClr val="000000"/>
                </a:solidFill>
                <a:latin typeface="Yu Gothic"/>
              </a:rPr>
              <a:t>f</a:t>
            </a:r>
            <a:r>
              <a:rPr b="0" lang="en-US" sz="4750" spc="248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0" lang="en-US" sz="4800" spc="199" strike="noStrike" baseline="20000">
                <a:solidFill>
                  <a:srgbClr val="000000"/>
                </a:solidFill>
                <a:latin typeface="Yu Gothic"/>
              </a:rPr>
              <a:t>6</a:t>
            </a:r>
            <a:r>
              <a:rPr b="0" lang="en-US" sz="4800" spc="199" strike="noStrike" baseline="20000">
                <a:solidFill>
                  <a:srgbClr val="000000"/>
                </a:solidFill>
                <a:latin typeface="Yu Gothic"/>
              </a:rPr>
              <a:t>8</a:t>
            </a:r>
            <a:r>
              <a:rPr b="0" lang="en-US" sz="4750" spc="134" strike="noStrike">
                <a:solidFill>
                  <a:srgbClr val="000000"/>
                </a:solidFill>
                <a:latin typeface="Yu Gothic"/>
              </a:rPr>
              <a:t>N</a:t>
            </a:r>
            <a:r>
              <a:rPr b="0" lang="en-US" sz="4750" spc="134" strike="noStrike">
                <a:solidFill>
                  <a:srgbClr val="000000"/>
                </a:solidFill>
                <a:latin typeface="Yu Gothic"/>
              </a:rPr>
              <a:t>i</a:t>
            </a:r>
            <a:r>
              <a:rPr b="0" lang="en-US" sz="4750" spc="134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0" lang="en-US" sz="4750" spc="304" strike="noStrike">
                <a:solidFill>
                  <a:srgbClr val="000000"/>
                </a:solidFill>
                <a:latin typeface="Yu Gothic"/>
              </a:rPr>
              <a:t>b</a:t>
            </a:r>
            <a:r>
              <a:rPr b="0" lang="en-US" sz="4750" spc="304" strike="noStrike">
                <a:solidFill>
                  <a:srgbClr val="000000"/>
                </a:solidFill>
                <a:latin typeface="Yu Gothic"/>
              </a:rPr>
              <a:t>y</a:t>
            </a:r>
            <a:r>
              <a:rPr b="0" lang="en-US" sz="4750" spc="248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0" lang="en-US" sz="4750" spc="157" strike="noStrike">
                <a:solidFill>
                  <a:srgbClr val="000000"/>
                </a:solidFill>
                <a:latin typeface="Yu Gothic"/>
              </a:rPr>
              <a:t>u</a:t>
            </a:r>
            <a:r>
              <a:rPr b="0" lang="en-US" sz="4750" spc="157" strike="noStrike">
                <a:solidFill>
                  <a:srgbClr val="000000"/>
                </a:solidFill>
                <a:latin typeface="Yu Gothic"/>
              </a:rPr>
              <a:t>s</a:t>
            </a:r>
            <a:r>
              <a:rPr b="0" lang="en-US" sz="4750" spc="157" strike="noStrike">
                <a:solidFill>
                  <a:srgbClr val="000000"/>
                </a:solidFill>
                <a:latin typeface="Yu Gothic"/>
              </a:rPr>
              <a:t>i</a:t>
            </a:r>
            <a:r>
              <a:rPr b="0" lang="en-US" sz="4750" spc="157" strike="noStrike">
                <a:solidFill>
                  <a:srgbClr val="000000"/>
                </a:solidFill>
                <a:latin typeface="Yu Gothic"/>
              </a:rPr>
              <a:t>n</a:t>
            </a:r>
            <a:r>
              <a:rPr b="0" lang="en-US" sz="4750" spc="157" strike="noStrike">
                <a:solidFill>
                  <a:srgbClr val="000000"/>
                </a:solidFill>
                <a:latin typeface="Yu Gothic"/>
              </a:rPr>
              <a:t>g</a:t>
            </a:r>
            <a:r>
              <a:rPr b="0" lang="en-US" sz="4750" spc="248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0" lang="en-US" sz="4750" spc="58" strike="noStrike">
                <a:solidFill>
                  <a:srgbClr val="000000"/>
                </a:solidFill>
                <a:latin typeface="Yu Gothic"/>
              </a:rPr>
              <a:t>(</a:t>
            </a:r>
            <a:r>
              <a:rPr b="0" lang="en-US" sz="4750" spc="58" strike="noStrike">
                <a:solidFill>
                  <a:srgbClr val="000000"/>
                </a:solidFill>
                <a:latin typeface="Yu Gothic"/>
              </a:rPr>
              <a:t>d</a:t>
            </a:r>
            <a:r>
              <a:rPr b="0" lang="en-US" sz="4750" spc="58" strike="noStrike">
                <a:solidFill>
                  <a:srgbClr val="000000"/>
                </a:solidFill>
                <a:latin typeface="Yu Gothic"/>
              </a:rPr>
              <a:t>,</a:t>
            </a:r>
            <a:r>
              <a:rPr b="0" lang="en-US" sz="4750" spc="58" strike="noStrike">
                <a:solidFill>
                  <a:srgbClr val="000000"/>
                </a:solidFill>
                <a:latin typeface="Yu Gothic"/>
              </a:rPr>
              <a:t>p</a:t>
            </a:r>
            <a:r>
              <a:rPr b="0" lang="en-US" sz="4750" spc="58" strike="noStrike">
                <a:solidFill>
                  <a:srgbClr val="000000"/>
                </a:solidFill>
                <a:latin typeface="Yu Gothic"/>
              </a:rPr>
              <a:t>)</a:t>
            </a:r>
            <a:r>
              <a:rPr b="0" lang="en-US" sz="4750" spc="248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0" lang="en-US" sz="4750" spc="174" strike="noStrike">
                <a:solidFill>
                  <a:srgbClr val="000000"/>
                </a:solidFill>
                <a:latin typeface="Yu Gothic"/>
              </a:rPr>
              <a:t>r</a:t>
            </a:r>
            <a:r>
              <a:rPr b="0" lang="en-US" sz="4750" spc="174" strike="noStrike">
                <a:solidFill>
                  <a:srgbClr val="000000"/>
                </a:solidFill>
                <a:latin typeface="Yu Gothic"/>
              </a:rPr>
              <a:t>e</a:t>
            </a:r>
            <a:r>
              <a:rPr b="0" lang="en-US" sz="4750" spc="174" strike="noStrike">
                <a:solidFill>
                  <a:srgbClr val="000000"/>
                </a:solidFill>
                <a:latin typeface="Yu Gothic"/>
              </a:rPr>
              <a:t>a</a:t>
            </a:r>
            <a:r>
              <a:rPr b="0" lang="en-US" sz="4750" spc="174" strike="noStrike">
                <a:solidFill>
                  <a:srgbClr val="000000"/>
                </a:solidFill>
                <a:latin typeface="Yu Gothic"/>
              </a:rPr>
              <a:t>c</a:t>
            </a:r>
            <a:r>
              <a:rPr b="0" lang="en-US" sz="4750" spc="174" strike="noStrike">
                <a:solidFill>
                  <a:srgbClr val="000000"/>
                </a:solidFill>
                <a:latin typeface="Yu Gothic"/>
              </a:rPr>
              <a:t>t</a:t>
            </a:r>
            <a:r>
              <a:rPr b="0" lang="en-US" sz="4750" spc="174" strike="noStrike">
                <a:solidFill>
                  <a:srgbClr val="000000"/>
                </a:solidFill>
                <a:latin typeface="Yu Gothic"/>
              </a:rPr>
              <a:t>i</a:t>
            </a:r>
            <a:r>
              <a:rPr b="0" lang="en-US" sz="4750" spc="174" strike="noStrike">
                <a:solidFill>
                  <a:srgbClr val="000000"/>
                </a:solidFill>
                <a:latin typeface="Yu Gothic"/>
              </a:rPr>
              <a:t>o</a:t>
            </a:r>
            <a:r>
              <a:rPr b="0" lang="en-US" sz="4750" spc="174" strike="noStrike">
                <a:solidFill>
                  <a:srgbClr val="000000"/>
                </a:solidFill>
                <a:latin typeface="Yu Gothic"/>
              </a:rPr>
              <a:t>n</a:t>
            </a:r>
            <a:r>
              <a:rPr b="0" lang="en-US" sz="4750" spc="174" strike="noStrike">
                <a:solidFill>
                  <a:srgbClr val="000000"/>
                </a:solidFill>
                <a:latin typeface="Yu Gothic"/>
              </a:rPr>
              <a:t>s</a:t>
            </a:r>
            <a:r>
              <a:rPr b="0" lang="en-US" sz="4750" spc="248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0" lang="en-US" sz="4750" spc="202" strike="noStrike">
                <a:solidFill>
                  <a:srgbClr val="000000"/>
                </a:solidFill>
                <a:latin typeface="Yu Gothic"/>
              </a:rPr>
              <a:t>(</a:t>
            </a:r>
            <a:r>
              <a:rPr b="0" lang="en-US" sz="4750" spc="202" strike="noStrike">
                <a:solidFill>
                  <a:srgbClr val="000000"/>
                </a:solidFill>
                <a:latin typeface="Yu Gothic"/>
              </a:rPr>
              <a:t>E</a:t>
            </a:r>
            <a:r>
              <a:rPr b="0" lang="en-US" sz="4750" spc="202" strike="noStrike">
                <a:solidFill>
                  <a:srgbClr val="000000"/>
                </a:solidFill>
                <a:latin typeface="Yu Gothic"/>
              </a:rPr>
              <a:t>8</a:t>
            </a:r>
            <a:r>
              <a:rPr b="0" lang="en-US" sz="4750" spc="202" strike="noStrike">
                <a:solidFill>
                  <a:srgbClr val="000000"/>
                </a:solidFill>
                <a:latin typeface="Yu Gothic"/>
              </a:rPr>
              <a:t>4</a:t>
            </a:r>
            <a:r>
              <a:rPr b="0" lang="en-US" sz="4750" spc="202" strike="noStrike">
                <a:solidFill>
                  <a:srgbClr val="000000"/>
                </a:solidFill>
                <a:latin typeface="Yu Gothic"/>
              </a:rPr>
              <a:t>3</a:t>
            </a:r>
            <a:r>
              <a:rPr b="0" lang="en-US" sz="4750" spc="202" strike="noStrike">
                <a:solidFill>
                  <a:srgbClr val="000000"/>
                </a:solidFill>
                <a:latin typeface="Yu Gothic"/>
              </a:rPr>
              <a:t>)</a:t>
            </a:r>
            <a:endParaRPr b="0" lang="en-US" sz="4750" spc="-1" strike="noStrike">
              <a:latin typeface="Arial"/>
            </a:endParaRPr>
          </a:p>
        </p:txBody>
      </p:sp>
      <p:sp>
        <p:nvSpPr>
          <p:cNvPr id="83" name="object 3"/>
          <p:cNvSpPr/>
          <p:nvPr/>
        </p:nvSpPr>
        <p:spPr>
          <a:xfrm>
            <a:off x="3745080" y="5274000"/>
            <a:ext cx="4834440" cy="193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460440" algn="ctr">
              <a:lnSpc>
                <a:spcPct val="125000"/>
              </a:lnSpc>
              <a:spcBef>
                <a:spcPts val="99"/>
              </a:spcBef>
              <a:buNone/>
            </a:pPr>
            <a:endParaRPr b="0" lang="en-US" sz="3600" spc="-1" strike="noStrike">
              <a:latin typeface="Arial"/>
            </a:endParaRPr>
          </a:p>
          <a:p>
            <a:pPr marL="12600" algn="ctr">
              <a:lnSpc>
                <a:spcPct val="125000"/>
              </a:lnSpc>
              <a:buNone/>
            </a:pPr>
            <a:r>
              <a:rPr b="0" lang="en-US" sz="3600" spc="-1" strike="noStrike">
                <a:latin typeface="Yu Gothic"/>
              </a:rPr>
              <a:t>LISE</a:t>
            </a:r>
            <a:r>
              <a:rPr b="0" lang="en-US" sz="3600" spc="214" strike="noStrike">
                <a:latin typeface="Yu Gothic"/>
              </a:rPr>
              <a:t> </a:t>
            </a:r>
            <a:r>
              <a:rPr b="0" lang="en-US" sz="3600" spc="182" strike="noStrike">
                <a:latin typeface="Yu Gothic"/>
              </a:rPr>
              <a:t>Workshop</a:t>
            </a:r>
            <a:r>
              <a:rPr b="0" lang="en-US" sz="3600" spc="214" strike="noStrike">
                <a:latin typeface="Yu Gothic"/>
              </a:rPr>
              <a:t> </a:t>
            </a:r>
            <a:r>
              <a:rPr b="0" lang="en-US" sz="3600" spc="338" strike="noStrike">
                <a:latin typeface="Yu Gothic"/>
              </a:rPr>
              <a:t>2024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84" name="object 4"/>
          <p:cNvSpPr/>
          <p:nvPr/>
        </p:nvSpPr>
        <p:spPr>
          <a:xfrm>
            <a:off x="6408360" y="9201960"/>
            <a:ext cx="175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73080" bIns="0" anchor="t">
            <a:spAutoFit/>
          </a:bodyPr>
          <a:p>
            <a:pPr marL="12600">
              <a:lnSpc>
                <a:spcPct val="100000"/>
              </a:lnSpc>
              <a:spcBef>
                <a:spcPts val="575"/>
              </a:spcBef>
              <a:buNone/>
            </a:pPr>
            <a:r>
              <a:rPr b="0" lang="en-US" sz="1800" spc="128" strike="noStrike">
                <a:latin typeface="Yu Gothic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object 2" descr=""/>
          <p:cNvPicPr/>
          <p:nvPr/>
        </p:nvPicPr>
        <p:blipFill>
          <a:blip r:embed="rId1"/>
          <a:stretch/>
        </p:blipFill>
        <p:spPr>
          <a:xfrm>
            <a:off x="1249560" y="4633560"/>
            <a:ext cx="9723240" cy="4358880"/>
          </a:xfrm>
          <a:prstGeom prst="rect">
            <a:avLst/>
          </a:prstGeom>
          <a:ln w="0"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87920" y="169560"/>
            <a:ext cx="12023280" cy="7747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5000" spc="188" strike="noStrike">
                <a:solidFill>
                  <a:srgbClr val="000000"/>
                </a:solidFill>
                <a:latin typeface="Yu Gothic"/>
              </a:rPr>
              <a:t>N</a:t>
            </a:r>
            <a:r>
              <a:rPr b="0" lang="en-US" sz="5000" spc="188" strike="noStrike">
                <a:solidFill>
                  <a:srgbClr val="000000"/>
                </a:solidFill>
                <a:latin typeface="Yu Gothic"/>
              </a:rPr>
              <a:t>=</a:t>
            </a:r>
            <a:r>
              <a:rPr b="0" lang="en-US" sz="5000" spc="188" strike="noStrike">
                <a:solidFill>
                  <a:srgbClr val="000000"/>
                </a:solidFill>
                <a:latin typeface="Yu Gothic"/>
              </a:rPr>
              <a:t>5</a:t>
            </a:r>
            <a:r>
              <a:rPr b="0" lang="en-US" sz="5000" spc="188" strike="noStrike">
                <a:solidFill>
                  <a:srgbClr val="000000"/>
                </a:solidFill>
                <a:latin typeface="Yu Gothic"/>
              </a:rPr>
              <a:t>0</a:t>
            </a:r>
            <a:r>
              <a:rPr b="0" lang="en-US" sz="5000" spc="259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0" lang="en-US" sz="5000" spc="-1" strike="noStrike">
                <a:solidFill>
                  <a:srgbClr val="000000"/>
                </a:solidFill>
                <a:latin typeface="Yu Gothic"/>
              </a:rPr>
              <a:t>i</a:t>
            </a:r>
            <a:r>
              <a:rPr b="0" lang="en-US" sz="5000" spc="-1" strike="noStrike">
                <a:solidFill>
                  <a:srgbClr val="000000"/>
                </a:solidFill>
                <a:latin typeface="Yu Gothic"/>
              </a:rPr>
              <a:t>n</a:t>
            </a:r>
            <a:r>
              <a:rPr b="0" lang="en-US" sz="5000" spc="259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0" lang="en-US" sz="5000" spc="148" strike="noStrike">
                <a:solidFill>
                  <a:srgbClr val="000000"/>
                </a:solidFill>
                <a:latin typeface="Yu Gothic"/>
              </a:rPr>
              <a:t>n</a:t>
            </a:r>
            <a:r>
              <a:rPr b="0" lang="en-US" sz="5000" spc="148" strike="noStrike">
                <a:solidFill>
                  <a:srgbClr val="000000"/>
                </a:solidFill>
                <a:latin typeface="Yu Gothic"/>
              </a:rPr>
              <a:t>e</a:t>
            </a:r>
            <a:r>
              <a:rPr b="0" lang="en-US" sz="5000" spc="148" strike="noStrike">
                <a:solidFill>
                  <a:srgbClr val="000000"/>
                </a:solidFill>
                <a:latin typeface="Yu Gothic"/>
              </a:rPr>
              <a:t>u</a:t>
            </a:r>
            <a:r>
              <a:rPr b="0" lang="en-US" sz="5000" spc="148" strike="noStrike">
                <a:solidFill>
                  <a:srgbClr val="000000"/>
                </a:solidFill>
                <a:latin typeface="Yu Gothic"/>
              </a:rPr>
              <a:t>t</a:t>
            </a:r>
            <a:r>
              <a:rPr b="0" lang="en-US" sz="5000" spc="148" strike="noStrike">
                <a:solidFill>
                  <a:srgbClr val="000000"/>
                </a:solidFill>
                <a:latin typeface="Yu Gothic"/>
              </a:rPr>
              <a:t>r</a:t>
            </a:r>
            <a:r>
              <a:rPr b="0" lang="en-US" sz="5000" spc="148" strike="noStrike">
                <a:solidFill>
                  <a:srgbClr val="000000"/>
                </a:solidFill>
                <a:latin typeface="Yu Gothic"/>
              </a:rPr>
              <a:t>o</a:t>
            </a:r>
            <a:r>
              <a:rPr b="0" lang="en-US" sz="5000" spc="148" strike="noStrike">
                <a:solidFill>
                  <a:srgbClr val="000000"/>
                </a:solidFill>
                <a:latin typeface="Yu Gothic"/>
              </a:rPr>
              <a:t>n</a:t>
            </a:r>
            <a:r>
              <a:rPr b="0" lang="en-US" sz="5000" spc="148" strike="noStrike">
                <a:solidFill>
                  <a:srgbClr val="000000"/>
                </a:solidFill>
                <a:latin typeface="Yu Gothic"/>
              </a:rPr>
              <a:t>-</a:t>
            </a:r>
            <a:r>
              <a:rPr b="0" lang="en-US" sz="5000" spc="123" strike="noStrike">
                <a:solidFill>
                  <a:srgbClr val="000000"/>
                </a:solidFill>
                <a:latin typeface="Yu Gothic"/>
              </a:rPr>
              <a:t>r</a:t>
            </a:r>
            <a:r>
              <a:rPr b="0" lang="en-US" sz="5000" spc="123" strike="noStrike">
                <a:solidFill>
                  <a:srgbClr val="000000"/>
                </a:solidFill>
                <a:latin typeface="Yu Gothic"/>
              </a:rPr>
              <a:t>i</a:t>
            </a:r>
            <a:r>
              <a:rPr b="0" lang="en-US" sz="5000" spc="123" strike="noStrike">
                <a:solidFill>
                  <a:srgbClr val="000000"/>
                </a:solidFill>
                <a:latin typeface="Yu Gothic"/>
              </a:rPr>
              <a:t>c</a:t>
            </a:r>
            <a:r>
              <a:rPr b="0" lang="en-US" sz="5000" spc="123" strike="noStrike">
                <a:solidFill>
                  <a:srgbClr val="000000"/>
                </a:solidFill>
                <a:latin typeface="Yu Gothic"/>
              </a:rPr>
              <a:t>h</a:t>
            </a:r>
            <a:r>
              <a:rPr b="0" lang="en-US" sz="5000" spc="259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0" lang="en-US" sz="5000" spc="-26" strike="noStrike">
                <a:solidFill>
                  <a:srgbClr val="000000"/>
                </a:solidFill>
                <a:latin typeface="Yu Gothic"/>
              </a:rPr>
              <a:t>N</a:t>
            </a:r>
            <a:r>
              <a:rPr b="0" lang="en-US" sz="5000" spc="-26" strike="noStrike">
                <a:solidFill>
                  <a:srgbClr val="000000"/>
                </a:solidFill>
                <a:latin typeface="Yu Gothic"/>
              </a:rPr>
              <a:t>i</a:t>
            </a:r>
            <a:endParaRPr b="0" lang="en-US" sz="5000" spc="-1" strike="noStrike">
              <a:latin typeface="Arial"/>
            </a:endParaRPr>
          </a:p>
        </p:txBody>
      </p:sp>
      <p:sp>
        <p:nvSpPr>
          <p:cNvPr id="87" name="object 4"/>
          <p:cNvSpPr/>
          <p:nvPr/>
        </p:nvSpPr>
        <p:spPr>
          <a:xfrm>
            <a:off x="945720" y="9144000"/>
            <a:ext cx="888408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16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779" spc="134" strike="noStrike" baseline="21000">
                <a:latin typeface="Yu Gothic"/>
              </a:rPr>
              <a:t>68</a:t>
            </a:r>
            <a:r>
              <a:rPr b="0" lang="en-US" sz="2800" spc="89" strike="noStrike">
                <a:latin typeface="Yu Gothic"/>
              </a:rPr>
              <a:t>Ni</a:t>
            </a:r>
            <a:r>
              <a:rPr b="0" lang="en-US" sz="2800" spc="111" strike="noStrike">
                <a:latin typeface="Yu Gothic"/>
              </a:rPr>
              <a:t> </a:t>
            </a:r>
            <a:r>
              <a:rPr b="0" lang="en-US" sz="2800" spc="-1" strike="noStrike">
                <a:latin typeface="Yu Gothic"/>
              </a:rPr>
              <a:t>:</a:t>
            </a:r>
            <a:r>
              <a:rPr b="0" lang="en-US" sz="2800" spc="117" strike="noStrike">
                <a:latin typeface="Yu Gothic"/>
              </a:rPr>
              <a:t> </a:t>
            </a:r>
            <a:r>
              <a:rPr b="0" lang="en-US" sz="2800" spc="97" strike="noStrike">
                <a:latin typeface="Yu Gothic"/>
              </a:rPr>
              <a:t>Starting</a:t>
            </a:r>
            <a:r>
              <a:rPr b="0" lang="en-US" sz="2800" spc="117" strike="noStrike">
                <a:latin typeface="Yu Gothic"/>
              </a:rPr>
              <a:t> </a:t>
            </a:r>
            <a:r>
              <a:rPr b="0" lang="en-US" sz="2800" spc="89" strike="noStrike">
                <a:latin typeface="Yu Gothic"/>
              </a:rPr>
              <a:t>point</a:t>
            </a:r>
            <a:r>
              <a:rPr b="0" lang="en-US" sz="2800" spc="117" strike="noStrike">
                <a:latin typeface="Yu Gothic"/>
              </a:rPr>
              <a:t> </a:t>
            </a:r>
            <a:r>
              <a:rPr b="0" lang="en-US" sz="2800" spc="174" strike="noStrike">
                <a:latin typeface="Yu Gothic"/>
              </a:rPr>
              <a:t>of</a:t>
            </a:r>
            <a:r>
              <a:rPr b="0" lang="en-US" sz="2800" spc="117" strike="noStrike">
                <a:latin typeface="Yu Gothic"/>
              </a:rPr>
              <a:t> </a:t>
            </a:r>
            <a:r>
              <a:rPr b="0" lang="en-US" sz="2800" spc="89" strike="noStrike">
                <a:latin typeface="Yu Gothic"/>
              </a:rPr>
              <a:t>N=50</a:t>
            </a:r>
            <a:r>
              <a:rPr b="0" lang="en-US" sz="2800" spc="117" strike="noStrike">
                <a:latin typeface="Yu Gothic"/>
              </a:rPr>
              <a:t> </a:t>
            </a:r>
            <a:r>
              <a:rPr b="0" lang="en-US" sz="2800" spc="154" strike="noStrike">
                <a:latin typeface="Yu Gothic"/>
              </a:rPr>
              <a:t>gap</a:t>
            </a:r>
            <a:r>
              <a:rPr b="0" lang="en-US" sz="2800" spc="117" strike="noStrike">
                <a:latin typeface="Yu Gothic"/>
              </a:rPr>
              <a:t> </a:t>
            </a:r>
            <a:r>
              <a:rPr b="0" lang="en-US" sz="2800" spc="72" strike="noStrike">
                <a:latin typeface="Yu Gothic"/>
              </a:rPr>
              <a:t>at</a:t>
            </a:r>
            <a:r>
              <a:rPr b="0" lang="en-US" sz="2800" spc="117" strike="noStrike">
                <a:latin typeface="Yu Gothic"/>
              </a:rPr>
              <a:t> </a:t>
            </a:r>
            <a:r>
              <a:rPr b="0" lang="en-US" sz="2800" spc="83" strike="noStrike">
                <a:latin typeface="Yu Gothic"/>
              </a:rPr>
              <a:t>N=40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8" name="object 5"/>
          <p:cNvSpPr/>
          <p:nvPr/>
        </p:nvSpPr>
        <p:spPr>
          <a:xfrm>
            <a:off x="187920" y="914400"/>
            <a:ext cx="12816720" cy="101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4960" bIns="0" anchor="t">
            <a:spAutoFit/>
          </a:bodyPr>
          <a:p>
            <a:pPr marL="25560">
              <a:lnSpc>
                <a:spcPct val="100000"/>
              </a:lnSpc>
              <a:spcBef>
                <a:spcPts val="669"/>
              </a:spcBef>
              <a:buNone/>
            </a:pPr>
            <a:r>
              <a:rPr b="0" lang="en-US" sz="2779" spc="134" strike="noStrike" baseline="21000">
                <a:latin typeface="Yu Gothic"/>
              </a:rPr>
              <a:t>78</a:t>
            </a:r>
            <a:r>
              <a:rPr b="0" lang="en-US" sz="2800" spc="89" strike="noStrike">
                <a:latin typeface="Yu Gothic"/>
              </a:rPr>
              <a:t>Ni</a:t>
            </a:r>
            <a:r>
              <a:rPr b="0" lang="en-US" sz="2800" spc="134" strike="noStrike">
                <a:latin typeface="Yu Gothic"/>
              </a:rPr>
              <a:t> </a:t>
            </a:r>
            <a:r>
              <a:rPr b="0" lang="en-US" sz="2800" spc="-1" strike="noStrike">
                <a:latin typeface="Yu Gothic"/>
              </a:rPr>
              <a:t>:</a:t>
            </a:r>
            <a:r>
              <a:rPr b="0" lang="en-US" sz="2800" spc="137" strike="noStrike">
                <a:latin typeface="Yu Gothic"/>
              </a:rPr>
              <a:t> </a:t>
            </a:r>
            <a:r>
              <a:rPr b="0" lang="en-US" sz="2800" spc="117" strike="noStrike">
                <a:latin typeface="Yu Gothic"/>
              </a:rPr>
              <a:t>Z=28</a:t>
            </a:r>
            <a:r>
              <a:rPr b="0" lang="en-US" sz="2800" spc="137" strike="noStrike">
                <a:latin typeface="Yu Gothic"/>
              </a:rPr>
              <a:t> </a:t>
            </a:r>
            <a:r>
              <a:rPr b="0" lang="en-US" sz="2800" spc="94" strike="noStrike">
                <a:latin typeface="Yu Gothic"/>
              </a:rPr>
              <a:t>and</a:t>
            </a:r>
            <a:r>
              <a:rPr b="0" lang="en-US" sz="2800" spc="137" strike="noStrike">
                <a:latin typeface="Yu Gothic"/>
              </a:rPr>
              <a:t> </a:t>
            </a:r>
            <a:r>
              <a:rPr b="0" lang="en-US" sz="2800" spc="58" strike="noStrike">
                <a:latin typeface="Yu Gothic"/>
              </a:rPr>
              <a:t>N=50,</a:t>
            </a:r>
            <a:r>
              <a:rPr b="0" lang="en-US" sz="2800" spc="137" strike="noStrike">
                <a:latin typeface="Yu Gothic"/>
              </a:rPr>
              <a:t> </a:t>
            </a:r>
            <a:r>
              <a:rPr b="0" lang="en-US" sz="2800" spc="-1" strike="noStrike">
                <a:latin typeface="Yu Gothic"/>
              </a:rPr>
              <a:t>“classical”</a:t>
            </a:r>
            <a:r>
              <a:rPr b="0" lang="en-US" sz="2800" spc="137" strike="noStrike">
                <a:latin typeface="Yu Gothic"/>
              </a:rPr>
              <a:t> </a:t>
            </a:r>
            <a:r>
              <a:rPr b="0" lang="en-US" sz="2800" spc="103" strike="noStrike">
                <a:latin typeface="Yu Gothic"/>
              </a:rPr>
              <a:t>magic</a:t>
            </a:r>
            <a:r>
              <a:rPr b="0" lang="en-US" sz="2800" spc="134" strike="noStrike">
                <a:latin typeface="Yu Gothic"/>
              </a:rPr>
              <a:t> </a:t>
            </a:r>
            <a:r>
              <a:rPr b="0" lang="en-US" sz="2800" spc="123" strike="noStrike">
                <a:latin typeface="Yu Gothic"/>
              </a:rPr>
              <a:t>numbers</a:t>
            </a:r>
            <a:r>
              <a:rPr b="0" lang="en-US" sz="2800" spc="137" strike="noStrike">
                <a:latin typeface="Yu Gothic"/>
              </a:rPr>
              <a:t> </a:t>
            </a:r>
            <a:r>
              <a:rPr b="0" lang="en-US" sz="2800" spc="111" strike="noStrike">
                <a:latin typeface="Yu Gothic"/>
              </a:rPr>
              <a:t>kept?</a:t>
            </a:r>
            <a:endParaRPr b="0" lang="en-US" sz="2800" spc="-1" strike="noStrike">
              <a:latin typeface="Arial"/>
            </a:endParaRPr>
          </a:p>
          <a:p>
            <a:pPr marL="1087920">
              <a:lnSpc>
                <a:spcPct val="100000"/>
              </a:lnSpc>
              <a:spcBef>
                <a:spcPts val="575"/>
              </a:spcBef>
              <a:buNone/>
            </a:pPr>
            <a:r>
              <a:rPr b="0" lang="en-US" sz="2800" spc="180" strike="noStrike">
                <a:latin typeface="Yu Gothic"/>
              </a:rPr>
              <a:t>cf </a:t>
            </a:r>
            <a:r>
              <a:rPr b="0" lang="en-US" sz="2800" spc="-1" strike="noStrike">
                <a:latin typeface="Yu Gothic"/>
              </a:rPr>
              <a:t>:</a:t>
            </a:r>
            <a:r>
              <a:rPr b="0" lang="en-US" sz="2800" spc="180" strike="noStrike">
                <a:latin typeface="Yu Gothic"/>
              </a:rPr>
              <a:t> </a:t>
            </a:r>
            <a:r>
              <a:rPr b="0" lang="en-US" sz="2800" spc="117" strike="noStrike">
                <a:latin typeface="Yu Gothic"/>
              </a:rPr>
              <a:t>Broken</a:t>
            </a:r>
            <a:r>
              <a:rPr b="0" lang="en-US" sz="2800" spc="180" strike="noStrike">
                <a:latin typeface="Yu Gothic"/>
              </a:rPr>
              <a:t> </a:t>
            </a:r>
            <a:r>
              <a:rPr b="0" lang="en-US" sz="2800" spc="103" strike="noStrike">
                <a:latin typeface="Yu Gothic"/>
              </a:rPr>
              <a:t>magic</a:t>
            </a:r>
            <a:r>
              <a:rPr b="0" lang="en-US" sz="2800" spc="182" strike="noStrike">
                <a:latin typeface="Yu Gothic"/>
              </a:rPr>
              <a:t> </a:t>
            </a:r>
            <a:r>
              <a:rPr b="0" lang="en-US" sz="2800" spc="-1" strike="noStrike">
                <a:latin typeface="Yu Gothic"/>
              </a:rPr>
              <a:t>in</a:t>
            </a:r>
            <a:r>
              <a:rPr b="0" lang="en-US" sz="2800" spc="180" strike="noStrike">
                <a:latin typeface="Yu Gothic"/>
              </a:rPr>
              <a:t> </a:t>
            </a:r>
            <a:r>
              <a:rPr b="0" lang="en-US" sz="2779" spc="-1" strike="noStrike" baseline="21000">
                <a:latin typeface="Yu Gothic"/>
              </a:rPr>
              <a:t>12</a:t>
            </a:r>
            <a:r>
              <a:rPr b="0" lang="en-US" sz="2800" spc="-1" strike="noStrike">
                <a:latin typeface="Yu Gothic"/>
              </a:rPr>
              <a:t>Be(N=8),</a:t>
            </a:r>
            <a:r>
              <a:rPr b="0" lang="en-US" sz="2800" spc="180" strike="noStrike">
                <a:latin typeface="Yu Gothic"/>
              </a:rPr>
              <a:t> </a:t>
            </a:r>
            <a:r>
              <a:rPr b="0" lang="en-US" sz="2779" spc="103" strike="noStrike" baseline="21000">
                <a:latin typeface="Yu Gothic"/>
              </a:rPr>
              <a:t>32</a:t>
            </a:r>
            <a:r>
              <a:rPr b="0" lang="en-US" sz="2800" spc="69" strike="noStrike">
                <a:latin typeface="Yu Gothic"/>
              </a:rPr>
              <a:t>Mg(N=20),</a:t>
            </a:r>
            <a:r>
              <a:rPr b="0" lang="en-US" sz="2800" spc="182" strike="noStrike">
                <a:latin typeface="Yu Gothic"/>
              </a:rPr>
              <a:t> </a:t>
            </a:r>
            <a:r>
              <a:rPr b="0" lang="en-US" sz="2779" spc="72" strike="noStrike" baseline="21000">
                <a:latin typeface="Yu Gothic"/>
              </a:rPr>
              <a:t>44</a:t>
            </a:r>
            <a:r>
              <a:rPr b="0" lang="en-US" sz="2800" spc="49" strike="noStrike">
                <a:latin typeface="Yu Gothic"/>
              </a:rPr>
              <a:t>S(N=28),…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9" name="object 6"/>
          <p:cNvSpPr/>
          <p:nvPr/>
        </p:nvSpPr>
        <p:spPr>
          <a:xfrm>
            <a:off x="187920" y="2092320"/>
            <a:ext cx="6212880" cy="142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41400">
              <a:lnSpc>
                <a:spcPct val="107000"/>
              </a:lnSpc>
              <a:spcBef>
                <a:spcPts val="99"/>
              </a:spcBef>
              <a:buNone/>
            </a:pPr>
            <a:r>
              <a:rPr b="0" lang="en-US" sz="2800" spc="49" strike="noStrike">
                <a:latin typeface="Yu Gothic"/>
              </a:rPr>
              <a:t>Mass</a:t>
            </a:r>
            <a:r>
              <a:rPr b="0" lang="en-US" sz="2800" spc="137" strike="noStrike">
                <a:latin typeface="Yu Gothic"/>
              </a:rPr>
              <a:t> </a:t>
            </a:r>
            <a:r>
              <a:rPr b="0" lang="en-US" sz="2800" spc="109" strike="noStrike">
                <a:latin typeface="Yu Gothic"/>
              </a:rPr>
              <a:t>measurement</a:t>
            </a:r>
            <a:r>
              <a:rPr b="0" lang="en-US" sz="2800" spc="143" strike="noStrike">
                <a:latin typeface="Yu Gothic"/>
              </a:rPr>
              <a:t> </a:t>
            </a:r>
            <a:r>
              <a:rPr b="0" lang="en-US" sz="2800" spc="117" strike="noStrike">
                <a:latin typeface="Yu Gothic"/>
              </a:rPr>
              <a:t>around</a:t>
            </a:r>
            <a:r>
              <a:rPr b="0" lang="en-US" sz="2800" spc="143" strike="noStrike">
                <a:latin typeface="Yu Gothic"/>
              </a:rPr>
              <a:t> </a:t>
            </a:r>
            <a:r>
              <a:rPr b="0" lang="en-US" sz="2779" spc="103" strike="noStrike" baseline="21000">
                <a:latin typeface="Yu Gothic"/>
              </a:rPr>
              <a:t>78</a:t>
            </a:r>
            <a:r>
              <a:rPr b="0" lang="en-US" sz="2800" spc="69" strike="noStrike">
                <a:latin typeface="Yu Gothic"/>
              </a:rPr>
              <a:t>Ni </a:t>
            </a:r>
            <a:r>
              <a:rPr b="0" lang="en-US" sz="2800" spc="58" strike="noStrike">
                <a:latin typeface="Yu Gothic"/>
              </a:rPr>
              <a:t>β-</a:t>
            </a:r>
            <a:r>
              <a:rPr b="0" lang="en-US" sz="2800" spc="-1" strike="noStrike">
                <a:latin typeface="Yu Gothic"/>
              </a:rPr>
              <a:t>decay</a:t>
            </a:r>
            <a:r>
              <a:rPr b="0" lang="en-US" sz="2800" spc="214" strike="noStrike">
                <a:latin typeface="Yu Gothic"/>
              </a:rPr>
              <a:t> </a:t>
            </a:r>
            <a:r>
              <a:rPr b="0" lang="en-US" sz="2800" spc="-1" strike="noStrike">
                <a:latin typeface="Yu Gothic"/>
              </a:rPr>
              <a:t>life</a:t>
            </a:r>
            <a:r>
              <a:rPr b="0" lang="en-US" sz="2800" spc="219" strike="noStrike">
                <a:latin typeface="Yu Gothic"/>
              </a:rPr>
              <a:t> </a:t>
            </a:r>
            <a:r>
              <a:rPr b="0" lang="en-US" sz="2800" spc="69" strike="noStrike">
                <a:latin typeface="Yu Gothic"/>
              </a:rPr>
              <a:t>time</a:t>
            </a:r>
            <a:r>
              <a:rPr b="0" lang="en-US" sz="2800" spc="219" strike="noStrike">
                <a:latin typeface="Yu Gothic"/>
              </a:rPr>
              <a:t> </a:t>
            </a:r>
            <a:r>
              <a:rPr b="0" lang="en-US" sz="2800" spc="117" strike="noStrike">
                <a:latin typeface="Yu Gothic"/>
              </a:rPr>
              <a:t>around</a:t>
            </a:r>
            <a:r>
              <a:rPr b="0" lang="en-US" sz="2800" spc="214" strike="noStrike">
                <a:latin typeface="Yu Gothic"/>
              </a:rPr>
              <a:t> </a:t>
            </a:r>
            <a:r>
              <a:rPr b="0" lang="en-US" sz="2779" spc="103" strike="noStrike" baseline="21000">
                <a:latin typeface="Yu Gothic"/>
              </a:rPr>
              <a:t>78</a:t>
            </a:r>
            <a:r>
              <a:rPr b="0" lang="en-US" sz="2800" spc="69" strike="noStrike">
                <a:latin typeface="Yu Gothic"/>
              </a:rPr>
              <a:t>Ni</a:t>
            </a:r>
            <a:endParaRPr b="0" lang="en-US" sz="2800" spc="-1" strike="noStrike">
              <a:latin typeface="Arial"/>
            </a:endParaRPr>
          </a:p>
          <a:p>
            <a:pPr marL="38160">
              <a:lnSpc>
                <a:spcPct val="100000"/>
              </a:lnSpc>
              <a:spcBef>
                <a:spcPts val="590"/>
              </a:spcBef>
              <a:buNone/>
            </a:pPr>
            <a:r>
              <a:rPr b="0" lang="en-US" sz="2800" spc="83" strike="noStrike">
                <a:latin typeface="Yu Gothic"/>
              </a:rPr>
              <a:t>High</a:t>
            </a:r>
            <a:r>
              <a:rPr b="0" lang="en-US" sz="2800" spc="137" strike="noStrike">
                <a:latin typeface="Yu Gothic"/>
              </a:rPr>
              <a:t> energy</a:t>
            </a:r>
            <a:r>
              <a:rPr b="0" lang="en-US" sz="2800" spc="143" strike="noStrike">
                <a:latin typeface="Yu Gothic"/>
              </a:rPr>
              <a:t> </a:t>
            </a:r>
            <a:r>
              <a:rPr b="0" lang="en-US" sz="2800" spc="174" strike="noStrike">
                <a:latin typeface="Yu Gothic"/>
              </a:rPr>
              <a:t>of</a:t>
            </a:r>
            <a:r>
              <a:rPr b="0" lang="en-US" sz="2800" spc="143" strike="noStrike">
                <a:latin typeface="Yu Gothic"/>
              </a:rPr>
              <a:t> </a:t>
            </a:r>
            <a:r>
              <a:rPr b="0" lang="en-US" sz="2800" spc="109" strike="noStrike">
                <a:latin typeface="Yu Gothic"/>
              </a:rPr>
              <a:t>2</a:t>
            </a:r>
            <a:r>
              <a:rPr b="0" lang="en-US" sz="2779" spc="162" strike="noStrike" baseline="21000">
                <a:latin typeface="Yu Gothic"/>
              </a:rPr>
              <a:t>+</a:t>
            </a:r>
            <a:r>
              <a:rPr b="0" lang="en-US" sz="2779" spc="162" strike="noStrike" baseline="-3000">
                <a:latin typeface="Yu Gothic"/>
              </a:rPr>
              <a:t>1</a:t>
            </a:r>
            <a:r>
              <a:rPr b="0" lang="en-US" sz="2779" spc="619" strike="noStrike" baseline="-3000">
                <a:latin typeface="Yu Gothic"/>
              </a:rPr>
              <a:t> </a:t>
            </a:r>
            <a:r>
              <a:rPr b="0" lang="en-US" sz="2800" spc="72" strike="noStrike">
                <a:latin typeface="Yu Gothic"/>
              </a:rPr>
              <a:t>state</a:t>
            </a:r>
            <a:r>
              <a:rPr b="0" lang="en-US" sz="2800" spc="137" strike="noStrike">
                <a:latin typeface="Yu Gothic"/>
              </a:rPr>
              <a:t> </a:t>
            </a:r>
            <a:r>
              <a:rPr b="0" lang="en-US" sz="2800" spc="174" strike="noStrike">
                <a:latin typeface="Yu Gothic"/>
              </a:rPr>
              <a:t>of</a:t>
            </a:r>
            <a:r>
              <a:rPr b="0" lang="en-US" sz="2800" spc="143" strike="noStrike">
                <a:latin typeface="Yu Gothic"/>
              </a:rPr>
              <a:t> </a:t>
            </a:r>
            <a:r>
              <a:rPr b="0" lang="en-US" sz="2779" spc="103" strike="noStrike" baseline="21000">
                <a:latin typeface="Yu Gothic"/>
              </a:rPr>
              <a:t>78</a:t>
            </a:r>
            <a:r>
              <a:rPr b="0" lang="en-US" sz="2800" spc="69" strike="noStrike">
                <a:latin typeface="Yu Gothic"/>
              </a:rPr>
              <a:t>Ni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0" name="object 7"/>
          <p:cNvSpPr/>
          <p:nvPr/>
        </p:nvSpPr>
        <p:spPr>
          <a:xfrm>
            <a:off x="7315200" y="2286000"/>
            <a:ext cx="4934880" cy="12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1600" spc="63" strike="noStrike">
                <a:latin typeface="Yu Gothic"/>
              </a:rPr>
              <a:t>J.</a:t>
            </a:r>
            <a:r>
              <a:rPr b="0" lang="en-US" sz="1600" spc="103" strike="noStrike">
                <a:latin typeface="Yu Gothic"/>
              </a:rPr>
              <a:t> </a:t>
            </a:r>
            <a:r>
              <a:rPr b="0" lang="en-US" sz="1600" spc="-1" strike="noStrike">
                <a:latin typeface="Yu Gothic"/>
              </a:rPr>
              <a:t>Hakala</a:t>
            </a:r>
            <a:r>
              <a:rPr b="0" lang="en-US" sz="1600" spc="103" strike="noStrike">
                <a:latin typeface="Yu Gothic"/>
              </a:rPr>
              <a:t> </a:t>
            </a:r>
            <a:r>
              <a:rPr b="0" lang="en-US" sz="1600" spc="52" strike="noStrike">
                <a:latin typeface="Yu Gothic"/>
              </a:rPr>
              <a:t>et</a:t>
            </a:r>
            <a:r>
              <a:rPr b="0" lang="en-US" sz="1600" spc="103" strike="noStrike">
                <a:latin typeface="Yu Gothic"/>
              </a:rPr>
              <a:t> </a:t>
            </a:r>
            <a:r>
              <a:rPr b="0" lang="en-US" sz="1600" spc="-1" strike="noStrike">
                <a:latin typeface="Yu Gothic"/>
              </a:rPr>
              <a:t>al.,</a:t>
            </a:r>
            <a:r>
              <a:rPr b="0" lang="en-US" sz="1600" spc="103" strike="noStrike">
                <a:latin typeface="Yu Gothic"/>
              </a:rPr>
              <a:t> </a:t>
            </a:r>
            <a:r>
              <a:rPr b="0" lang="en-US" sz="1600" spc="-1" strike="noStrike">
                <a:latin typeface="Yu Gothic"/>
              </a:rPr>
              <a:t>PRL</a:t>
            </a:r>
            <a:r>
              <a:rPr b="0" lang="en-US" sz="1600" spc="103" strike="noStrike">
                <a:latin typeface="Yu Gothic"/>
              </a:rPr>
              <a:t> </a:t>
            </a:r>
            <a:r>
              <a:rPr b="0" lang="en-US" sz="1600" spc="154" strike="noStrike">
                <a:latin typeface="Yu Gothic"/>
              </a:rPr>
              <a:t>101</a:t>
            </a:r>
            <a:r>
              <a:rPr b="0" lang="en-US" sz="1600" spc="103" strike="noStrike">
                <a:latin typeface="Yu Gothic"/>
              </a:rPr>
              <a:t> </a:t>
            </a:r>
            <a:r>
              <a:rPr b="0" lang="en-US" sz="1600" spc="154" strike="noStrike">
                <a:latin typeface="Yu Gothic"/>
              </a:rPr>
              <a:t>52502</a:t>
            </a:r>
            <a:r>
              <a:rPr b="0" lang="en-US" sz="1600" spc="103" strike="noStrike">
                <a:latin typeface="Yu Gothic"/>
              </a:rPr>
              <a:t> </a:t>
            </a:r>
            <a:r>
              <a:rPr b="0" lang="en-US" sz="1600" spc="72" strike="noStrike">
                <a:latin typeface="Yu Gothic"/>
              </a:rPr>
              <a:t>(2008)</a:t>
            </a:r>
            <a:endParaRPr b="0" lang="en-US" sz="1600" spc="-1" strike="noStrike">
              <a:latin typeface="Arial"/>
            </a:endParaRPr>
          </a:p>
          <a:p>
            <a:pPr marL="25560">
              <a:lnSpc>
                <a:spcPct val="100000"/>
              </a:lnSpc>
              <a:spcBef>
                <a:spcPts val="1981"/>
              </a:spcBef>
              <a:buNone/>
            </a:pPr>
            <a:r>
              <a:rPr b="0" lang="en-US" sz="1600" spc="-1" strike="noStrike">
                <a:latin typeface="Yu Gothic"/>
              </a:rPr>
              <a:t>Z.</a:t>
            </a:r>
            <a:r>
              <a:rPr b="0" lang="en-US" sz="1600" spc="69" strike="noStrike">
                <a:latin typeface="Yu Gothic"/>
              </a:rPr>
              <a:t> </a:t>
            </a:r>
            <a:r>
              <a:rPr b="0" lang="en-US" sz="1600" spc="-1" strike="noStrike">
                <a:latin typeface="Yu Gothic"/>
              </a:rPr>
              <a:t>Y.</a:t>
            </a:r>
            <a:r>
              <a:rPr b="0" lang="en-US" sz="1600" spc="69" strike="noStrike">
                <a:latin typeface="Yu Gothic"/>
              </a:rPr>
              <a:t> </a:t>
            </a:r>
            <a:r>
              <a:rPr b="0" lang="en-US" sz="1600" spc="83" strike="noStrike">
                <a:latin typeface="Yu Gothic"/>
              </a:rPr>
              <a:t>Xu</a:t>
            </a:r>
            <a:r>
              <a:rPr b="0" lang="en-US" sz="1600" spc="72" strike="noStrike">
                <a:latin typeface="Yu Gothic"/>
              </a:rPr>
              <a:t> </a:t>
            </a:r>
            <a:r>
              <a:rPr b="0" lang="en-US" sz="1600" spc="52" strike="noStrike">
                <a:latin typeface="Yu Gothic"/>
              </a:rPr>
              <a:t>et</a:t>
            </a:r>
            <a:r>
              <a:rPr b="0" lang="en-US" sz="1600" spc="69" strike="noStrike">
                <a:latin typeface="Yu Gothic"/>
              </a:rPr>
              <a:t> </a:t>
            </a:r>
            <a:r>
              <a:rPr b="0" lang="en-US" sz="1600" spc="-1" strike="noStrike">
                <a:latin typeface="Yu Gothic"/>
              </a:rPr>
              <a:t>al.,</a:t>
            </a:r>
            <a:r>
              <a:rPr b="0" lang="en-US" sz="1600" spc="72" strike="noStrike">
                <a:latin typeface="Yu Gothic"/>
              </a:rPr>
              <a:t> </a:t>
            </a:r>
            <a:r>
              <a:rPr b="0" lang="en-US" sz="1600" spc="-1" strike="noStrike">
                <a:latin typeface="Yu Gothic"/>
              </a:rPr>
              <a:t>PRL</a:t>
            </a:r>
            <a:r>
              <a:rPr b="0" lang="en-US" sz="1600" spc="69" strike="noStrike">
                <a:latin typeface="Yu Gothic"/>
              </a:rPr>
              <a:t> </a:t>
            </a:r>
            <a:r>
              <a:rPr b="0" lang="en-US" sz="1600" spc="154" strike="noStrike">
                <a:latin typeface="Yu Gothic"/>
              </a:rPr>
              <a:t>113</a:t>
            </a:r>
            <a:r>
              <a:rPr b="0" lang="en-US" sz="1600" spc="72" strike="noStrike">
                <a:latin typeface="Yu Gothic"/>
              </a:rPr>
              <a:t> </a:t>
            </a:r>
            <a:r>
              <a:rPr b="0" lang="en-US" sz="1600" spc="154" strike="noStrike">
                <a:latin typeface="Yu Gothic"/>
              </a:rPr>
              <a:t>032505</a:t>
            </a:r>
            <a:r>
              <a:rPr b="0" lang="en-US" sz="1600" spc="69" strike="noStrike">
                <a:latin typeface="Yu Gothic"/>
              </a:rPr>
              <a:t> </a:t>
            </a:r>
            <a:r>
              <a:rPr b="0" lang="en-US" sz="1600" spc="83" strike="noStrike">
                <a:latin typeface="Yu Gothic"/>
              </a:rPr>
              <a:t>(2014)</a:t>
            </a:r>
            <a:endParaRPr b="0" lang="en-US" sz="1600" spc="-1" strike="noStrike">
              <a:latin typeface="Arial"/>
            </a:endParaRPr>
          </a:p>
          <a:p>
            <a:pPr marL="25560">
              <a:lnSpc>
                <a:spcPct val="100000"/>
              </a:lnSpc>
              <a:spcBef>
                <a:spcPts val="1729"/>
              </a:spcBef>
              <a:buNone/>
            </a:pPr>
            <a:r>
              <a:rPr b="0" lang="en-US" sz="1600" spc="-1" strike="noStrike">
                <a:latin typeface="Yu Gothic"/>
              </a:rPr>
              <a:t>R.</a:t>
            </a:r>
            <a:r>
              <a:rPr b="0" lang="en-US" sz="1600" spc="77" strike="noStrike">
                <a:latin typeface="Yu Gothic"/>
              </a:rPr>
              <a:t> </a:t>
            </a:r>
            <a:r>
              <a:rPr b="0" lang="en-US" sz="1600" spc="-1" strike="noStrike">
                <a:latin typeface="Yu Gothic"/>
              </a:rPr>
              <a:t>Taniuchi</a:t>
            </a:r>
            <a:r>
              <a:rPr b="0" lang="en-US" sz="1600" spc="83" strike="noStrike">
                <a:latin typeface="Yu Gothic"/>
              </a:rPr>
              <a:t> </a:t>
            </a:r>
            <a:r>
              <a:rPr b="0" lang="en-US" sz="1600" spc="52" strike="noStrike">
                <a:latin typeface="Yu Gothic"/>
              </a:rPr>
              <a:t>et</a:t>
            </a:r>
            <a:r>
              <a:rPr b="0" lang="en-US" sz="1600" spc="83" strike="noStrike">
                <a:latin typeface="Yu Gothic"/>
              </a:rPr>
              <a:t> </a:t>
            </a:r>
            <a:r>
              <a:rPr b="0" lang="en-US" sz="1600" spc="-1" strike="noStrike">
                <a:latin typeface="Yu Gothic"/>
              </a:rPr>
              <a:t>al.,</a:t>
            </a:r>
            <a:r>
              <a:rPr b="0" lang="en-US" sz="1600" spc="83" strike="noStrike">
                <a:latin typeface="Yu Gothic"/>
              </a:rPr>
              <a:t> </a:t>
            </a:r>
            <a:r>
              <a:rPr b="0" lang="en-US" sz="1600" spc="49" strike="noStrike">
                <a:latin typeface="Yu Gothic"/>
              </a:rPr>
              <a:t>Nature</a:t>
            </a:r>
            <a:r>
              <a:rPr b="0" lang="en-US" sz="1600" spc="83" strike="noStrike">
                <a:latin typeface="Yu Gothic"/>
              </a:rPr>
              <a:t> </a:t>
            </a:r>
            <a:r>
              <a:rPr b="0" lang="en-US" sz="1600" spc="154" strike="noStrike">
                <a:latin typeface="Yu Gothic"/>
              </a:rPr>
              <a:t>569</a:t>
            </a:r>
            <a:r>
              <a:rPr b="0" lang="en-US" sz="1600" spc="83" strike="noStrike">
                <a:latin typeface="Yu Gothic"/>
              </a:rPr>
              <a:t> </a:t>
            </a:r>
            <a:r>
              <a:rPr b="0" lang="en-US" sz="1600" spc="154" strike="noStrike">
                <a:latin typeface="Yu Gothic"/>
              </a:rPr>
              <a:t>53</a:t>
            </a:r>
            <a:r>
              <a:rPr b="0" lang="en-US" sz="1600" spc="83" strike="noStrike">
                <a:latin typeface="Yu Gothic"/>
              </a:rPr>
              <a:t> </a:t>
            </a:r>
            <a:r>
              <a:rPr b="0" lang="en-US" sz="1600" spc="72" strike="noStrike">
                <a:latin typeface="Yu Gothic"/>
              </a:rPr>
              <a:t>(2019)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1" name="object 9"/>
          <p:cNvSpPr/>
          <p:nvPr/>
        </p:nvSpPr>
        <p:spPr>
          <a:xfrm>
            <a:off x="2975760" y="7491600"/>
            <a:ext cx="973080" cy="7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400" spc="58" strike="noStrike">
                <a:latin typeface="Yu Gothic"/>
              </a:rPr>
              <a:t>Z=8</a:t>
            </a:r>
            <a:r>
              <a:rPr b="0" lang="en-US" sz="2400" spc="109" strike="noStrike">
                <a:latin typeface="Yu Gothic"/>
              </a:rPr>
              <a:t> </a:t>
            </a:r>
            <a:r>
              <a:rPr b="0" lang="en-US" sz="2400" spc="89" strike="noStrike">
                <a:latin typeface="Yu Gothic"/>
              </a:rPr>
              <a:t>O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2" name="object 10"/>
          <p:cNvSpPr/>
          <p:nvPr/>
        </p:nvSpPr>
        <p:spPr>
          <a:xfrm>
            <a:off x="6031800" y="7453440"/>
            <a:ext cx="1337040" cy="7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400" spc="97" strike="noStrike">
                <a:latin typeface="Yu Gothic"/>
              </a:rPr>
              <a:t>Z=20</a:t>
            </a:r>
            <a:r>
              <a:rPr b="0" lang="en-US" sz="2400" spc="117" strike="noStrike">
                <a:latin typeface="Yu Gothic"/>
              </a:rPr>
              <a:t> </a:t>
            </a:r>
            <a:r>
              <a:rPr b="0" lang="en-US" sz="2400" spc="72" strike="noStrike">
                <a:latin typeface="Yu Gothic"/>
              </a:rPr>
              <a:t>Ca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3" name="object 11"/>
          <p:cNvSpPr/>
          <p:nvPr/>
        </p:nvSpPr>
        <p:spPr>
          <a:xfrm>
            <a:off x="9281880" y="7453440"/>
            <a:ext cx="1239840" cy="7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400" spc="97" strike="noStrike">
                <a:latin typeface="Yu Gothic"/>
              </a:rPr>
              <a:t>Z=28</a:t>
            </a:r>
            <a:r>
              <a:rPr b="0" lang="en-US" sz="2400" spc="117" strike="noStrike">
                <a:latin typeface="Yu Gothic"/>
              </a:rPr>
              <a:t> </a:t>
            </a:r>
            <a:r>
              <a:rPr b="0" lang="en-US" sz="2400" spc="-26" strike="noStrike">
                <a:latin typeface="Yu Gothic"/>
              </a:rPr>
              <a:t>Ni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4" name="object 12"/>
          <p:cNvSpPr/>
          <p:nvPr/>
        </p:nvSpPr>
        <p:spPr>
          <a:xfrm>
            <a:off x="9375120" y="5661360"/>
            <a:ext cx="19980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400" spc="58" strike="noStrike">
                <a:latin typeface="Yu Gothic"/>
              </a:rPr>
              <a:t>?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5" name="object 13"/>
          <p:cNvSpPr/>
          <p:nvPr/>
        </p:nvSpPr>
        <p:spPr>
          <a:xfrm>
            <a:off x="7655040" y="4078800"/>
            <a:ext cx="5349600" cy="4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  <a:tabLst>
                <a:tab algn="l" pos="2895480"/>
              </a:tabLst>
            </a:pPr>
            <a:r>
              <a:rPr b="0" lang="en-US" sz="1600" spc="-1" strike="noStrike">
                <a:latin typeface="Yu Gothic"/>
              </a:rPr>
              <a:t>O.</a:t>
            </a:r>
            <a:r>
              <a:rPr b="0" lang="en-US" sz="1600" spc="89" strike="noStrike">
                <a:latin typeface="Yu Gothic"/>
              </a:rPr>
              <a:t> </a:t>
            </a:r>
            <a:r>
              <a:rPr b="0" lang="en-US" sz="1600" spc="49" strike="noStrike">
                <a:latin typeface="Yu Gothic"/>
              </a:rPr>
              <a:t>Sorin</a:t>
            </a:r>
            <a:r>
              <a:rPr b="0" lang="en-US" sz="1600" spc="89" strike="noStrike">
                <a:latin typeface="Yu Gothic"/>
              </a:rPr>
              <a:t> </a:t>
            </a:r>
            <a:r>
              <a:rPr b="0" lang="en-US" sz="1600" spc="58" strike="noStrike">
                <a:latin typeface="Yu Gothic"/>
              </a:rPr>
              <a:t>and</a:t>
            </a:r>
            <a:r>
              <a:rPr b="0" lang="en-US" sz="1600" spc="89" strike="noStrike">
                <a:latin typeface="Yu Gothic"/>
              </a:rPr>
              <a:t> </a:t>
            </a:r>
            <a:r>
              <a:rPr b="0" lang="en-US" sz="1600" spc="-35" strike="noStrike">
                <a:latin typeface="Yu Gothic"/>
              </a:rPr>
              <a:t>M.-</a:t>
            </a:r>
            <a:r>
              <a:rPr b="0" lang="en-US" sz="1600" spc="-1" strike="noStrike">
                <a:latin typeface="Yu Gothic"/>
              </a:rPr>
              <a:t>G.,</a:t>
            </a:r>
            <a:r>
              <a:rPr b="0" lang="en-US" sz="1600" spc="89" strike="noStrike">
                <a:latin typeface="Yu Gothic"/>
              </a:rPr>
              <a:t> </a:t>
            </a:r>
            <a:r>
              <a:rPr b="0" lang="en-US" sz="1600" spc="52" strike="noStrike">
                <a:latin typeface="Yu Gothic"/>
              </a:rPr>
              <a:t>Porquet</a:t>
            </a:r>
            <a:r>
              <a:rPr b="0" lang="en-US" sz="1600" spc="-1" strike="noStrike">
                <a:latin typeface="Yu Gothic"/>
              </a:rPr>
              <a:t>	</a:t>
            </a:r>
            <a:r>
              <a:rPr b="0" lang="en-US" sz="1600" spc="-1" strike="noStrike">
                <a:latin typeface="Yu Gothic"/>
              </a:rPr>
              <a:t>Phys.</a:t>
            </a:r>
            <a:r>
              <a:rPr b="0" lang="en-US" sz="1600" spc="162" strike="noStrike">
                <a:latin typeface="Yu Gothic"/>
              </a:rPr>
              <a:t> </a:t>
            </a:r>
            <a:r>
              <a:rPr b="0" lang="en-US" sz="1600" spc="-1" strike="noStrike">
                <a:latin typeface="Yu Gothic"/>
              </a:rPr>
              <a:t>Scr.</a:t>
            </a:r>
            <a:r>
              <a:rPr b="0" lang="en-US" sz="1600" spc="168" strike="noStrike">
                <a:latin typeface="Yu Gothic"/>
              </a:rPr>
              <a:t> </a:t>
            </a:r>
            <a:r>
              <a:rPr b="0" lang="en-US" sz="1600" spc="123" strike="noStrike">
                <a:latin typeface="Yu Gothic"/>
              </a:rPr>
              <a:t>T152</a:t>
            </a:r>
            <a:r>
              <a:rPr b="0" lang="en-US" sz="1600" spc="162" strike="noStrike">
                <a:latin typeface="Yu Gothic"/>
              </a:rPr>
              <a:t> </a:t>
            </a:r>
            <a:r>
              <a:rPr b="0" lang="en-US" sz="1600" spc="143" strike="noStrike">
                <a:latin typeface="Yu Gothic"/>
              </a:rPr>
              <a:t>014003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6" name="object 14"/>
          <p:cNvSpPr/>
          <p:nvPr/>
        </p:nvSpPr>
        <p:spPr>
          <a:xfrm>
            <a:off x="228600" y="3712320"/>
            <a:ext cx="835668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800" spc="-307" strike="noStrike">
                <a:latin typeface="Yu Gothic"/>
              </a:rPr>
              <a:t>-</a:t>
            </a:r>
            <a:r>
              <a:rPr b="0" lang="en-US" sz="2800" spc="-511" strike="noStrike">
                <a:latin typeface="Yu Gothic"/>
              </a:rPr>
              <a:t>&gt;</a:t>
            </a:r>
            <a:r>
              <a:rPr b="0" lang="en-US" sz="2800" spc="168" strike="noStrike">
                <a:latin typeface="Yu Gothic"/>
              </a:rPr>
              <a:t> </a:t>
            </a:r>
            <a:r>
              <a:rPr b="0" lang="en-US" sz="2800" spc="-1" strike="noStrike">
                <a:latin typeface="Yu Gothic"/>
              </a:rPr>
              <a:t>Detailed</a:t>
            </a:r>
            <a:r>
              <a:rPr b="0" lang="en-US" sz="2800" spc="174" strike="noStrike">
                <a:latin typeface="Yu Gothic"/>
              </a:rPr>
              <a:t> </a:t>
            </a:r>
            <a:r>
              <a:rPr b="0" lang="en-US" sz="2800" spc="123" strike="noStrike">
                <a:latin typeface="Yu Gothic"/>
              </a:rPr>
              <a:t>study</a:t>
            </a:r>
            <a:r>
              <a:rPr b="0" lang="en-US" sz="2800" spc="174" strike="noStrike">
                <a:latin typeface="Yu Gothic"/>
              </a:rPr>
              <a:t> of </a:t>
            </a:r>
            <a:r>
              <a:rPr b="0" lang="en-US" sz="2800" spc="89" strike="noStrike">
                <a:latin typeface="Yu Gothic"/>
              </a:rPr>
              <a:t>N=50</a:t>
            </a:r>
            <a:r>
              <a:rPr b="0" lang="en-US" sz="2800" spc="168" strike="noStrike">
                <a:latin typeface="Yu Gothic"/>
              </a:rPr>
              <a:t> </a:t>
            </a:r>
            <a:r>
              <a:rPr b="0" lang="en-US" sz="2800" spc="154" strike="noStrike">
                <a:latin typeface="Yu Gothic"/>
              </a:rPr>
              <a:t>gap</a:t>
            </a:r>
            <a:r>
              <a:rPr b="0" lang="en-US" sz="2800" spc="174" strike="noStrike">
                <a:latin typeface="Yu Gothic"/>
              </a:rPr>
              <a:t> </a:t>
            </a:r>
            <a:r>
              <a:rPr b="0" lang="en-US" sz="2800" spc="-1" strike="noStrike">
                <a:latin typeface="Yu Gothic"/>
              </a:rPr>
              <a:t>in</a:t>
            </a:r>
            <a:r>
              <a:rPr b="0" lang="en-US" sz="2800" spc="174" strike="noStrike">
                <a:latin typeface="Yu Gothic"/>
              </a:rPr>
              <a:t> </a:t>
            </a:r>
            <a:r>
              <a:rPr b="0" lang="en-US" sz="2800" spc="-1" strike="noStrike">
                <a:latin typeface="Yu Gothic"/>
              </a:rPr>
              <a:t>Ni</a:t>
            </a:r>
            <a:r>
              <a:rPr b="0" lang="en-US" sz="2800" spc="174" strike="noStrike">
                <a:latin typeface="Yu Gothic"/>
              </a:rPr>
              <a:t> </a:t>
            </a:r>
            <a:r>
              <a:rPr b="0" lang="en-US" sz="2800" spc="77" strike="noStrike">
                <a:latin typeface="Yu Gothic"/>
              </a:rPr>
              <a:t>isotope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0149480" cy="16412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5076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5000" spc="188" strike="noStrike">
                <a:solidFill>
                  <a:srgbClr val="000000"/>
                </a:solidFill>
                <a:latin typeface="Yu Gothic"/>
              </a:rPr>
              <a:t>N</a:t>
            </a:r>
            <a:r>
              <a:rPr b="0" lang="en-US" sz="5000" spc="188" strike="noStrike">
                <a:solidFill>
                  <a:srgbClr val="000000"/>
                </a:solidFill>
                <a:latin typeface="Yu Gothic"/>
              </a:rPr>
              <a:t>=</a:t>
            </a:r>
            <a:r>
              <a:rPr b="0" lang="en-US" sz="5000" spc="188" strike="noStrike">
                <a:solidFill>
                  <a:srgbClr val="000000"/>
                </a:solidFill>
                <a:latin typeface="Yu Gothic"/>
              </a:rPr>
              <a:t>5</a:t>
            </a:r>
            <a:r>
              <a:rPr b="0" lang="en-US" sz="5000" spc="188" strike="noStrike">
                <a:solidFill>
                  <a:srgbClr val="000000"/>
                </a:solidFill>
                <a:latin typeface="Yu Gothic"/>
              </a:rPr>
              <a:t>0</a:t>
            </a:r>
            <a:r>
              <a:rPr b="0" lang="en-US" sz="5000" spc="259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0" lang="en-US" sz="5000" spc="-1" strike="noStrike">
                <a:solidFill>
                  <a:srgbClr val="000000"/>
                </a:solidFill>
                <a:latin typeface="Yu Gothic"/>
              </a:rPr>
              <a:t>i</a:t>
            </a:r>
            <a:r>
              <a:rPr b="0" lang="en-US" sz="5000" spc="-1" strike="noStrike">
                <a:solidFill>
                  <a:srgbClr val="000000"/>
                </a:solidFill>
                <a:latin typeface="Yu Gothic"/>
              </a:rPr>
              <a:t>n</a:t>
            </a:r>
            <a:r>
              <a:rPr b="0" lang="en-US" sz="5000" spc="259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0" lang="en-US" sz="5000" spc="148" strike="noStrike">
                <a:solidFill>
                  <a:srgbClr val="000000"/>
                </a:solidFill>
                <a:latin typeface="Yu Gothic"/>
              </a:rPr>
              <a:t>n</a:t>
            </a:r>
            <a:r>
              <a:rPr b="0" lang="en-US" sz="5000" spc="148" strike="noStrike">
                <a:solidFill>
                  <a:srgbClr val="000000"/>
                </a:solidFill>
                <a:latin typeface="Yu Gothic"/>
              </a:rPr>
              <a:t>e</a:t>
            </a:r>
            <a:r>
              <a:rPr b="0" lang="en-US" sz="5000" spc="148" strike="noStrike">
                <a:solidFill>
                  <a:srgbClr val="000000"/>
                </a:solidFill>
                <a:latin typeface="Yu Gothic"/>
              </a:rPr>
              <a:t>u</a:t>
            </a:r>
            <a:r>
              <a:rPr b="0" lang="en-US" sz="5000" spc="148" strike="noStrike">
                <a:solidFill>
                  <a:srgbClr val="000000"/>
                </a:solidFill>
                <a:latin typeface="Yu Gothic"/>
              </a:rPr>
              <a:t>t</a:t>
            </a:r>
            <a:r>
              <a:rPr b="0" lang="en-US" sz="5000" spc="148" strike="noStrike">
                <a:solidFill>
                  <a:srgbClr val="000000"/>
                </a:solidFill>
                <a:latin typeface="Yu Gothic"/>
              </a:rPr>
              <a:t>r</a:t>
            </a:r>
            <a:r>
              <a:rPr b="0" lang="en-US" sz="5000" spc="148" strike="noStrike">
                <a:solidFill>
                  <a:srgbClr val="000000"/>
                </a:solidFill>
                <a:latin typeface="Yu Gothic"/>
              </a:rPr>
              <a:t>o</a:t>
            </a:r>
            <a:r>
              <a:rPr b="0" lang="en-US" sz="5000" spc="148" strike="noStrike">
                <a:solidFill>
                  <a:srgbClr val="000000"/>
                </a:solidFill>
                <a:latin typeface="Yu Gothic"/>
              </a:rPr>
              <a:t>n</a:t>
            </a:r>
            <a:r>
              <a:rPr b="0" lang="en-US" sz="5000" spc="148" strike="noStrike">
                <a:solidFill>
                  <a:srgbClr val="000000"/>
                </a:solidFill>
                <a:latin typeface="Yu Gothic"/>
              </a:rPr>
              <a:t>-</a:t>
            </a:r>
            <a:r>
              <a:rPr b="0" lang="en-US" sz="5000" spc="123" strike="noStrike">
                <a:solidFill>
                  <a:srgbClr val="000000"/>
                </a:solidFill>
                <a:latin typeface="Yu Gothic"/>
              </a:rPr>
              <a:t>r</a:t>
            </a:r>
            <a:r>
              <a:rPr b="0" lang="en-US" sz="5000" spc="123" strike="noStrike">
                <a:solidFill>
                  <a:srgbClr val="000000"/>
                </a:solidFill>
                <a:latin typeface="Yu Gothic"/>
              </a:rPr>
              <a:t>i</a:t>
            </a:r>
            <a:r>
              <a:rPr b="0" lang="en-US" sz="5000" spc="123" strike="noStrike">
                <a:solidFill>
                  <a:srgbClr val="000000"/>
                </a:solidFill>
                <a:latin typeface="Yu Gothic"/>
              </a:rPr>
              <a:t>c</a:t>
            </a:r>
            <a:r>
              <a:rPr b="0" lang="en-US" sz="5000" spc="123" strike="noStrike">
                <a:solidFill>
                  <a:srgbClr val="000000"/>
                </a:solidFill>
                <a:latin typeface="Yu Gothic"/>
              </a:rPr>
              <a:t>h</a:t>
            </a:r>
            <a:r>
              <a:rPr b="0" lang="en-US" sz="5000" spc="259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0" lang="en-US" sz="5000" spc="-26" strike="noStrike">
                <a:solidFill>
                  <a:srgbClr val="000000"/>
                </a:solidFill>
                <a:latin typeface="Yu Gothic"/>
              </a:rPr>
              <a:t>N</a:t>
            </a:r>
            <a:r>
              <a:rPr b="0" lang="en-US" sz="5000" spc="-26" strike="noStrike">
                <a:solidFill>
                  <a:srgbClr val="000000"/>
                </a:solidFill>
                <a:latin typeface="Yu Gothic"/>
              </a:rPr>
              <a:t>i</a:t>
            </a:r>
            <a:endParaRPr b="0" lang="en-US" sz="5000" spc="-1" strike="noStrike"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476280" y="1381680"/>
            <a:ext cx="4095720" cy="2733120"/>
          </a:xfrm>
          <a:prstGeom prst="rect">
            <a:avLst/>
          </a:prstGeom>
          <a:ln w="0">
            <a:noFill/>
          </a:ln>
        </p:spPr>
      </p:pic>
      <mc:AlternateContent>
        <mc:Choice xmlns:a14="http://schemas.microsoft.com/office/drawing/2010/main" Requires="a14">
          <p:sp>
            <p:nvSpPr>
              <p:cNvPr id="99" name=""/>
              <p:cNvSpPr txBox="1"/>
              <p:nvPr/>
            </p:nvSpPr>
            <p:spPr>
              <a:xfrm>
                <a:off x="914400" y="5715000"/>
                <a:ext cx="5547960" cy="420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N</m:t>
                    </m:r>
                    <m:r>
                      <m:t xml:space="preserve">=</m:t>
                    </m:r>
                    <m:r>
                      <m:t xml:space="preserve">50</m:t>
                    </m:r>
                    <m:r>
                      <m:t xml:space="preserve">gap</m:t>
                    </m:r>
                    <m:r>
                      <m:t xml:space="preserve">energy</m:t>
                    </m:r>
                    <m:r>
                      <m:t xml:space="preserve">⇒</m:t>
                    </m:r>
                    <m:d>
                      <m:dPr>
                        <m:begChr m:val="⟨"/>
                        <m:endChr m:val="⟩"/>
                      </m:dPr>
                      <m:e>
                        <m:r>
                          <m:t xml:space="preserve">E</m:t>
                        </m:r>
                        <m:d>
                          <m:dPr>
                            <m:begChr m:val="("/>
                            <m:endChr m:val=")"/>
                          </m:dPr>
                          <m:e>
                            <m:sSub>
                              <m:e>
                                <m:r>
                                  <m:t xml:space="preserve">d</m:t>
                                </m:r>
                              </m:e>
                              <m:sub>
                                <m:f>
                                  <m:fPr>
                                    <m:type m:val="lin"/>
                                  </m:fPr>
                                  <m:num>
                                    <m:r>
                                      <m:t xml:space="preserve">5</m:t>
                                    </m:r>
                                  </m:num>
                                  <m:den>
                                    <m:r>
                                      <m:t xml:space="preserve">2</m:t>
                                    </m:r>
                                  </m:den>
                                </m:f>
                              </m:sub>
                            </m:sSub>
                          </m:e>
                        </m:d>
                      </m:e>
                    </m:d>
                    <m:r>
                      <m:t xml:space="preserve">−</m:t>
                    </m:r>
                    <m:d>
                      <m:dPr>
                        <m:begChr m:val="⟨"/>
                        <m:endChr m:val="⟩"/>
                      </m:dPr>
                      <m:e>
                        <m:r>
                          <m:t xml:space="preserve">E</m:t>
                        </m:r>
                        <m:d>
                          <m:dPr>
                            <m:begChr m:val="("/>
                            <m:endChr m:val=")"/>
                          </m:dPr>
                          <m:e>
                            <m:sSub>
                              <m:e>
                                <m:r>
                                  <m:t xml:space="preserve">g</m:t>
                                </m:r>
                              </m:e>
                              <m:sub>
                                <m:f>
                                  <m:fPr>
                                    <m:type m:val="lin"/>
                                  </m:fPr>
                                  <m:num>
                                    <m:r>
                                      <m:t xml:space="preserve">9</m:t>
                                    </m:r>
                                  </m:num>
                                  <m:den>
                                    <m:r>
                                      <m:t xml:space="preserve">2</m:t>
                                    </m:r>
                                  </m:den>
                                </m:f>
                              </m:sub>
                            </m:sSub>
                          </m:e>
                        </m:d>
                      </m:e>
                    </m:d>
                  </m:oMath>
                </a14:m>
              </a:p>
            </p:txBody>
          </p:sp>
        </mc:Choice>
        <mc:Fallback/>
      </mc:AlternateContent>
      <p:pic>
        <p:nvPicPr>
          <p:cNvPr id="100" name="" descr=""/>
          <p:cNvPicPr/>
          <p:nvPr/>
        </p:nvPicPr>
        <p:blipFill>
          <a:blip r:embed="rId2"/>
          <a:stretch/>
        </p:blipFill>
        <p:spPr>
          <a:xfrm>
            <a:off x="5101920" y="1143000"/>
            <a:ext cx="7242480" cy="3828240"/>
          </a:xfrm>
          <a:prstGeom prst="rect">
            <a:avLst/>
          </a:prstGeom>
          <a:ln w="0">
            <a:noFill/>
          </a:ln>
        </p:spPr>
      </p:pic>
      <mc:AlternateContent>
        <mc:Choice xmlns:a14="http://schemas.microsoft.com/office/drawing/2010/main" Requires="a14">
          <p:sp>
            <p:nvSpPr>
              <p:cNvPr id="101" name=""/>
              <p:cNvSpPr txBox="1"/>
              <p:nvPr/>
            </p:nvSpPr>
            <p:spPr>
              <a:xfrm>
                <a:off x="509040" y="6894720"/>
                <a:ext cx="1319760" cy="420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</m:dPr>
                      <m:e>
                        <m:r>
                          <m:t xml:space="preserve">E</m:t>
                        </m:r>
                        <m:d>
                          <m:dPr>
                            <m:begChr m:val="("/>
                            <m:endChr m:val=")"/>
                          </m:dPr>
                          <m:e>
                            <m:sSub>
                              <m:e>
                                <m:r>
                                  <m:t xml:space="preserve">d</m:t>
                                </m:r>
                              </m:e>
                              <m:sub>
                                <m:f>
                                  <m:fPr>
                                    <m:type m:val="lin"/>
                                  </m:fPr>
                                  <m:num>
                                    <m:r>
                                      <m:t xml:space="preserve">5</m:t>
                                    </m:r>
                                  </m:num>
                                  <m:den>
                                    <m:r>
                                      <m:t xml:space="preserve">2</m:t>
                                    </m:r>
                                  </m:den>
                                </m:f>
                              </m:sub>
                            </m:sSub>
                          </m:e>
                        </m:d>
                      </m:e>
                    </m:d>
                  </m:oMath>
                </a14:m>
              </a:p>
            </p:txBody>
          </p:sp>
        </mc:Choice>
        <mc:Fallback/>
      </mc:AlternateContent>
      <p:sp>
        <p:nvSpPr>
          <p:cNvPr id="102" name=""/>
          <p:cNvSpPr txBox="1"/>
          <p:nvPr/>
        </p:nvSpPr>
        <p:spPr>
          <a:xfrm>
            <a:off x="2057400" y="6867000"/>
            <a:ext cx="8686800" cy="4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800" spc="-1" strike="noStrike">
                <a:latin typeface="Arial"/>
              </a:rPr>
              <a:t>C</a:t>
            </a:r>
            <a:r>
              <a:rPr b="0" lang="en-US" sz="2800" spc="-1" strike="noStrike" baseline="33000">
                <a:latin typeface="Arial"/>
              </a:rPr>
              <a:t>2</a:t>
            </a:r>
            <a:r>
              <a:rPr b="0" lang="en-US" sz="2800" spc="-1" strike="noStrike">
                <a:latin typeface="Arial"/>
              </a:rPr>
              <a:t>S</a:t>
            </a:r>
            <a:r>
              <a:rPr b="0" lang="en-US" sz="2800" spc="-1" strike="noStrike" baseline="33000">
                <a:latin typeface="Arial"/>
              </a:rPr>
              <a:t>+ </a:t>
            </a:r>
            <a:r>
              <a:rPr b="0" lang="en-US" sz="2800" spc="-1" strike="noStrike">
                <a:latin typeface="Arial"/>
              </a:rPr>
              <a:t>, </a:t>
            </a:r>
            <a:r>
              <a:rPr b="0" lang="en-US" sz="2800" spc="-1" strike="noStrike" baseline="33000">
                <a:latin typeface="Arial"/>
              </a:rPr>
              <a:t>69</a:t>
            </a:r>
            <a:r>
              <a:rPr b="0" lang="en-US" sz="2800" spc="-1" strike="noStrike">
                <a:latin typeface="Arial"/>
              </a:rPr>
              <a:t>Ni </a:t>
            </a:r>
            <a:r>
              <a:rPr b="0" lang="en-US" sz="2800" spc="-1" strike="noStrike">
                <a:latin typeface="Arial"/>
              </a:rPr>
              <a:t>excitation </a:t>
            </a:r>
            <a:r>
              <a:rPr b="0" lang="en-US" sz="2800" spc="-1" strike="noStrike">
                <a:latin typeface="Arial"/>
              </a:rPr>
              <a:t>energy (d</a:t>
            </a:r>
            <a:r>
              <a:rPr b="0" lang="en-US" sz="2800" spc="-1" strike="noStrike" baseline="-8000">
                <a:latin typeface="Arial"/>
              </a:rPr>
              <a:t>5/2</a:t>
            </a:r>
            <a:r>
              <a:rPr b="0" lang="en-US" sz="2800" spc="-1" strike="noStrike">
                <a:latin typeface="Arial"/>
              </a:rPr>
              <a:t>) → </a:t>
            </a:r>
            <a:r>
              <a:rPr b="0" lang="en-US" sz="2800" spc="-1" strike="noStrike">
                <a:latin typeface="Arial"/>
              </a:rPr>
              <a:t>(d,p) reaction </a:t>
            </a:r>
            <a:endParaRPr b="0" lang="en-US" sz="2800" spc="-1" strike="noStrike"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03" name=""/>
              <p:cNvSpPr txBox="1"/>
              <p:nvPr/>
            </p:nvSpPr>
            <p:spPr>
              <a:xfrm>
                <a:off x="457200" y="8229600"/>
                <a:ext cx="1321920" cy="420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</m:dPr>
                      <m:e>
                        <m:r>
                          <m:t xml:space="preserve">E</m:t>
                        </m:r>
                        <m:d>
                          <m:dPr>
                            <m:begChr m:val="("/>
                            <m:endChr m:val=")"/>
                          </m:dPr>
                          <m:e>
                            <m:sSub>
                              <m:e>
                                <m:r>
                                  <m:t xml:space="preserve">g</m:t>
                                </m:r>
                              </m:e>
                              <m:sub>
                                <m:f>
                                  <m:fPr>
                                    <m:type m:val="lin"/>
                                  </m:fPr>
                                  <m:num>
                                    <m:r>
                                      <m:t xml:space="preserve">9</m:t>
                                    </m:r>
                                  </m:num>
                                  <m:den>
                                    <m:r>
                                      <m:t xml:space="preserve">2</m:t>
                                    </m:r>
                                  </m:den>
                                </m:f>
                              </m:sub>
                            </m:sSub>
                          </m:e>
                        </m:d>
                      </m:e>
                    </m:d>
                  </m:oMath>
                </a14:m>
              </a:p>
            </p:txBody>
          </p:sp>
        </mc:Choice>
        <mc:Fallback/>
      </mc:AlternateContent>
      <p:sp>
        <p:nvSpPr>
          <p:cNvPr id="104" name=""/>
          <p:cNvSpPr txBox="1"/>
          <p:nvPr/>
        </p:nvSpPr>
        <p:spPr>
          <a:xfrm>
            <a:off x="2057400" y="8001000"/>
            <a:ext cx="8686800" cy="88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800" spc="-1" strike="noStrike">
                <a:latin typeface="Arial"/>
              </a:rPr>
              <a:t>C</a:t>
            </a:r>
            <a:r>
              <a:rPr b="0" lang="en-US" sz="2800" spc="-1" strike="noStrike" baseline="33000">
                <a:latin typeface="Arial"/>
              </a:rPr>
              <a:t>2</a:t>
            </a:r>
            <a:r>
              <a:rPr b="0" lang="en-US" sz="2800" spc="-1" strike="noStrike">
                <a:latin typeface="Arial"/>
              </a:rPr>
              <a:t>S</a:t>
            </a:r>
            <a:r>
              <a:rPr b="0" lang="en-US" sz="2800" spc="-1" strike="noStrike" baseline="33000">
                <a:latin typeface="Arial"/>
              </a:rPr>
              <a:t>+ </a:t>
            </a:r>
            <a:r>
              <a:rPr b="0" lang="en-US" sz="2800" spc="-1" strike="noStrike">
                <a:latin typeface="Arial"/>
              </a:rPr>
              <a:t>, </a:t>
            </a:r>
            <a:r>
              <a:rPr b="0" lang="en-US" sz="2800" spc="-1" strike="noStrike" baseline="33000">
                <a:latin typeface="Arial"/>
              </a:rPr>
              <a:t>69</a:t>
            </a:r>
            <a:r>
              <a:rPr b="0" lang="en-US" sz="2800" spc="-1" strike="noStrike">
                <a:latin typeface="Arial"/>
              </a:rPr>
              <a:t>N</a:t>
            </a:r>
            <a:r>
              <a:rPr b="0" lang="en-US" sz="2800" spc="-1" strike="noStrike">
                <a:latin typeface="Arial"/>
              </a:rPr>
              <a:t>i </a:t>
            </a:r>
            <a:r>
              <a:rPr b="0" lang="en-US" sz="2800" spc="-1" strike="noStrike">
                <a:latin typeface="Arial"/>
              </a:rPr>
              <a:t>ex</a:t>
            </a:r>
            <a:r>
              <a:rPr b="0" lang="en-US" sz="2800" spc="-1" strike="noStrike">
                <a:latin typeface="Arial"/>
              </a:rPr>
              <a:t>cit</a:t>
            </a:r>
            <a:r>
              <a:rPr b="0" lang="en-US" sz="2800" spc="-1" strike="noStrike">
                <a:latin typeface="Arial"/>
              </a:rPr>
              <a:t>ati</a:t>
            </a:r>
            <a:r>
              <a:rPr b="0" lang="en-US" sz="2800" spc="-1" strike="noStrike">
                <a:latin typeface="Arial"/>
              </a:rPr>
              <a:t>on </a:t>
            </a:r>
            <a:r>
              <a:rPr b="0" lang="en-US" sz="2800" spc="-1" strike="noStrike">
                <a:latin typeface="Arial"/>
              </a:rPr>
              <a:t>en</a:t>
            </a:r>
            <a:r>
              <a:rPr b="0" lang="en-US" sz="2800" spc="-1" strike="noStrike">
                <a:latin typeface="Arial"/>
              </a:rPr>
              <a:t>er</a:t>
            </a:r>
            <a:r>
              <a:rPr b="0" lang="en-US" sz="2800" spc="-1" strike="noStrike">
                <a:latin typeface="Arial"/>
              </a:rPr>
              <a:t>gy </a:t>
            </a:r>
            <a:r>
              <a:rPr b="0" lang="en-US" sz="2800" spc="-1" strike="noStrike">
                <a:latin typeface="Arial"/>
              </a:rPr>
              <a:t>(g</a:t>
            </a:r>
            <a:r>
              <a:rPr b="0" lang="en-US" sz="2800" spc="-1" strike="noStrike" baseline="-8000">
                <a:latin typeface="Arial"/>
              </a:rPr>
              <a:t>9/</a:t>
            </a:r>
            <a:r>
              <a:rPr b="0" lang="en-US" sz="2800" spc="-1" strike="noStrike" baseline="-8000">
                <a:latin typeface="Arial"/>
              </a:rPr>
              <a:t>2</a:t>
            </a:r>
            <a:r>
              <a:rPr b="0" lang="en-US" sz="2800" spc="-1" strike="noStrike">
                <a:latin typeface="Arial"/>
              </a:rPr>
              <a:t>) </a:t>
            </a:r>
            <a:r>
              <a:rPr b="0" lang="en-US" sz="2800" spc="-1" strike="noStrike">
                <a:latin typeface="Arial"/>
              </a:rPr>
              <a:t>→ </a:t>
            </a:r>
            <a:r>
              <a:rPr b="0" lang="en-US" sz="2800" spc="-1" strike="noStrike">
                <a:latin typeface="Arial"/>
              </a:rPr>
              <a:t>(d,</a:t>
            </a:r>
            <a:r>
              <a:rPr b="0" lang="en-US" sz="2800" spc="-1" strike="noStrike">
                <a:latin typeface="Arial"/>
              </a:rPr>
              <a:t>p) </a:t>
            </a:r>
            <a:r>
              <a:rPr b="0" lang="en-US" sz="2800" spc="-1" strike="noStrike">
                <a:latin typeface="Arial"/>
              </a:rPr>
              <a:t>re</a:t>
            </a:r>
            <a:r>
              <a:rPr b="0" lang="en-US" sz="2800" spc="-1" strike="noStrike">
                <a:latin typeface="Arial"/>
              </a:rPr>
              <a:t>act</a:t>
            </a:r>
            <a:r>
              <a:rPr b="0" lang="en-US" sz="2800" spc="-1" strike="noStrike">
                <a:latin typeface="Arial"/>
              </a:rPr>
              <a:t>ion 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800" spc="-1" strike="noStrike">
                <a:latin typeface="Arial"/>
              </a:rPr>
              <a:t>C</a:t>
            </a:r>
            <a:r>
              <a:rPr b="0" lang="en-US" sz="2800" spc="-1" strike="noStrike" baseline="33000">
                <a:latin typeface="Arial"/>
              </a:rPr>
              <a:t>2</a:t>
            </a:r>
            <a:r>
              <a:rPr b="0" lang="en-US" sz="2800" spc="-1" strike="noStrike">
                <a:latin typeface="Arial"/>
              </a:rPr>
              <a:t>S</a:t>
            </a:r>
            <a:r>
              <a:rPr b="0" lang="en-US" sz="2800" spc="-1" strike="noStrike" baseline="33000">
                <a:latin typeface="Arial"/>
              </a:rPr>
              <a:t>- </a:t>
            </a:r>
            <a:r>
              <a:rPr b="0" lang="en-US" sz="2800" spc="-1" strike="noStrike">
                <a:latin typeface="Arial"/>
              </a:rPr>
              <a:t>, </a:t>
            </a:r>
            <a:r>
              <a:rPr b="0" lang="en-US" sz="2800" spc="-1" strike="noStrike" baseline="33000">
                <a:latin typeface="Arial"/>
              </a:rPr>
              <a:t>67</a:t>
            </a:r>
            <a:r>
              <a:rPr b="0" lang="en-US" sz="2800" spc="-1" strike="noStrike">
                <a:latin typeface="Arial"/>
              </a:rPr>
              <a:t>N</a:t>
            </a:r>
            <a:r>
              <a:rPr b="0" lang="en-US" sz="2800" spc="-1" strike="noStrike">
                <a:latin typeface="Arial"/>
              </a:rPr>
              <a:t>i </a:t>
            </a:r>
            <a:r>
              <a:rPr b="0" lang="en-US" sz="2800" spc="-1" strike="noStrike">
                <a:latin typeface="Arial"/>
              </a:rPr>
              <a:t>ex</a:t>
            </a:r>
            <a:r>
              <a:rPr b="0" lang="en-US" sz="2800" spc="-1" strike="noStrike">
                <a:latin typeface="Arial"/>
              </a:rPr>
              <a:t>cit</a:t>
            </a:r>
            <a:r>
              <a:rPr b="0" lang="en-US" sz="2800" spc="-1" strike="noStrike">
                <a:latin typeface="Arial"/>
              </a:rPr>
              <a:t>ati</a:t>
            </a:r>
            <a:r>
              <a:rPr b="0" lang="en-US" sz="2800" spc="-1" strike="noStrike">
                <a:latin typeface="Arial"/>
              </a:rPr>
              <a:t>on </a:t>
            </a:r>
            <a:r>
              <a:rPr b="0" lang="en-US" sz="2800" spc="-1" strike="noStrike">
                <a:latin typeface="Arial"/>
              </a:rPr>
              <a:t>en</a:t>
            </a:r>
            <a:r>
              <a:rPr b="0" lang="en-US" sz="2800" spc="-1" strike="noStrike">
                <a:latin typeface="Arial"/>
              </a:rPr>
              <a:t>er</a:t>
            </a:r>
            <a:r>
              <a:rPr b="0" lang="en-US" sz="2800" spc="-1" strike="noStrike">
                <a:latin typeface="Arial"/>
              </a:rPr>
              <a:t>gy </a:t>
            </a:r>
            <a:r>
              <a:rPr b="0" lang="en-US" sz="2800" spc="-1" strike="noStrike">
                <a:latin typeface="Arial"/>
              </a:rPr>
              <a:t>(g</a:t>
            </a:r>
            <a:r>
              <a:rPr b="0" lang="en-US" sz="2800" spc="-1" strike="noStrike" baseline="-8000">
                <a:latin typeface="Arial"/>
              </a:rPr>
              <a:t>9/</a:t>
            </a:r>
            <a:r>
              <a:rPr b="0" lang="en-US" sz="2800" spc="-1" strike="noStrike" baseline="-8000">
                <a:latin typeface="Arial"/>
              </a:rPr>
              <a:t>2</a:t>
            </a:r>
            <a:r>
              <a:rPr b="0" lang="en-US" sz="2800" spc="-1" strike="noStrike">
                <a:latin typeface="Arial"/>
              </a:rPr>
              <a:t>) </a:t>
            </a:r>
            <a:r>
              <a:rPr b="0" lang="en-US" sz="2800" spc="-1" strike="noStrike">
                <a:latin typeface="Arial"/>
              </a:rPr>
              <a:t>→ </a:t>
            </a:r>
            <a:r>
              <a:rPr b="0" lang="en-US" sz="2800" spc="-1" strike="noStrike">
                <a:latin typeface="Arial"/>
              </a:rPr>
              <a:t>(p,</a:t>
            </a:r>
            <a:r>
              <a:rPr b="0" lang="en-US" sz="2800" spc="-1" strike="noStrike">
                <a:latin typeface="Arial"/>
              </a:rPr>
              <a:t>d) </a:t>
            </a:r>
            <a:r>
              <a:rPr b="0" lang="en-US" sz="2800" spc="-1" strike="noStrike">
                <a:latin typeface="Arial"/>
              </a:rPr>
              <a:t>re</a:t>
            </a:r>
            <a:r>
              <a:rPr b="0" lang="en-US" sz="2800" spc="-1" strike="noStrike">
                <a:latin typeface="Arial"/>
              </a:rPr>
              <a:t>act</a:t>
            </a:r>
            <a:r>
              <a:rPr b="0" lang="en-US" sz="2800" spc="-1" strike="noStrike">
                <a:latin typeface="Arial"/>
              </a:rPr>
              <a:t>ion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25440" y="187560"/>
            <a:ext cx="3584880" cy="16412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2556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4800" spc="94" strike="noStrike" baseline="21000">
                <a:solidFill>
                  <a:srgbClr val="000000"/>
                </a:solidFill>
                <a:latin typeface="Yu Gothic"/>
              </a:rPr>
              <a:t>6</a:t>
            </a:r>
            <a:r>
              <a:rPr b="0" lang="en-US" sz="4800" spc="94" strike="noStrike" baseline="21000">
                <a:solidFill>
                  <a:srgbClr val="000000"/>
                </a:solidFill>
                <a:latin typeface="Yu Gothic"/>
              </a:rPr>
              <a:t>8</a:t>
            </a:r>
            <a:r>
              <a:rPr b="0" lang="en-US" sz="4850" spc="63" strike="noStrike">
                <a:solidFill>
                  <a:srgbClr val="000000"/>
                </a:solidFill>
                <a:latin typeface="Yu Gothic"/>
              </a:rPr>
              <a:t>N</a:t>
            </a:r>
            <a:r>
              <a:rPr b="0" lang="en-US" sz="4850" spc="63" strike="noStrike">
                <a:solidFill>
                  <a:srgbClr val="000000"/>
                </a:solidFill>
                <a:latin typeface="Yu Gothic"/>
              </a:rPr>
              <a:t>i</a:t>
            </a:r>
            <a:r>
              <a:rPr b="0" lang="en-US" sz="4850" spc="63" strike="noStrike">
                <a:solidFill>
                  <a:srgbClr val="000000"/>
                </a:solidFill>
                <a:latin typeface="Yu Gothic"/>
              </a:rPr>
              <a:t>(</a:t>
            </a:r>
            <a:r>
              <a:rPr b="0" i="1" lang="en-US" sz="4850" spc="63" strike="noStrike">
                <a:solidFill>
                  <a:srgbClr val="000000"/>
                </a:solidFill>
                <a:latin typeface="Times New Roman"/>
              </a:rPr>
              <a:t>d</a:t>
            </a:r>
            <a:r>
              <a:rPr b="0" i="1" lang="en-US" sz="4850" spc="63" strike="noStrike">
                <a:solidFill>
                  <a:srgbClr val="000000"/>
                </a:solidFill>
                <a:latin typeface="Times New Roman"/>
              </a:rPr>
              <a:t>,</a:t>
            </a:r>
            <a:r>
              <a:rPr b="0" i="1" lang="en-US" sz="4850" spc="63" strike="noStrike">
                <a:solidFill>
                  <a:srgbClr val="000000"/>
                </a:solidFill>
                <a:latin typeface="Times New Roman"/>
              </a:rPr>
              <a:t>p</a:t>
            </a:r>
            <a:r>
              <a:rPr b="0" lang="en-US" sz="4850" spc="63" strike="noStrike">
                <a:solidFill>
                  <a:srgbClr val="000000"/>
                </a:solidFill>
                <a:latin typeface="Yu Gothic"/>
              </a:rPr>
              <a:t>)</a:t>
            </a:r>
            <a:r>
              <a:rPr b="0" lang="en-US" sz="4800" spc="94" strike="noStrike" baseline="21000">
                <a:solidFill>
                  <a:srgbClr val="000000"/>
                </a:solidFill>
                <a:latin typeface="Yu Gothic"/>
              </a:rPr>
              <a:t>6</a:t>
            </a:r>
            <a:r>
              <a:rPr b="0" lang="en-US" sz="4800" spc="94" strike="noStrike" baseline="21000">
                <a:solidFill>
                  <a:srgbClr val="000000"/>
                </a:solidFill>
                <a:latin typeface="Yu Gothic"/>
              </a:rPr>
              <a:t>9</a:t>
            </a:r>
            <a:r>
              <a:rPr b="0" lang="en-US" sz="4850" spc="63" strike="noStrike">
                <a:solidFill>
                  <a:srgbClr val="000000"/>
                </a:solidFill>
                <a:latin typeface="Yu Gothic"/>
              </a:rPr>
              <a:t>N</a:t>
            </a:r>
            <a:r>
              <a:rPr b="0" lang="en-US" sz="4850" spc="63" strike="noStrike">
                <a:solidFill>
                  <a:srgbClr val="000000"/>
                </a:solidFill>
                <a:latin typeface="Yu Gothic"/>
              </a:rPr>
              <a:t>i</a:t>
            </a:r>
            <a:endParaRPr b="0" lang="en-US" sz="4850" spc="-1" strike="noStrike">
              <a:latin typeface="Arial"/>
            </a:endParaRPr>
          </a:p>
        </p:txBody>
      </p:sp>
      <p:sp>
        <p:nvSpPr>
          <p:cNvPr id="106" name="object 14"/>
          <p:cNvSpPr/>
          <p:nvPr/>
        </p:nvSpPr>
        <p:spPr>
          <a:xfrm>
            <a:off x="164520" y="1344240"/>
            <a:ext cx="6464880" cy="27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556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800" spc="-1" strike="noStrike">
                <a:latin typeface="Yu Gothic"/>
              </a:rPr>
              <a:t>S</a:t>
            </a:r>
            <a:r>
              <a:rPr b="0" lang="en-US" sz="2800" spc="-1" strike="noStrike">
                <a:latin typeface="Yu Gothic"/>
              </a:rPr>
              <a:t>h</a:t>
            </a:r>
            <a:r>
              <a:rPr b="0" lang="en-US" sz="2800" spc="-1" strike="noStrike">
                <a:latin typeface="Yu Gothic"/>
              </a:rPr>
              <a:t>el</a:t>
            </a:r>
            <a:r>
              <a:rPr b="0" lang="en-US" sz="2800" spc="-1" strike="noStrike">
                <a:latin typeface="Yu Gothic"/>
              </a:rPr>
              <a:t>l</a:t>
            </a:r>
            <a:r>
              <a:rPr b="0" lang="en-US" sz="2800" spc="143" strike="noStrike">
                <a:latin typeface="Yu Gothic"/>
              </a:rPr>
              <a:t> </a:t>
            </a:r>
            <a:r>
              <a:rPr b="0" lang="en-US" sz="2800" spc="154" strike="noStrike">
                <a:latin typeface="Yu Gothic"/>
              </a:rPr>
              <a:t>g</a:t>
            </a:r>
            <a:r>
              <a:rPr b="0" lang="en-US" sz="2800" spc="154" strike="noStrike">
                <a:latin typeface="Yu Gothic"/>
              </a:rPr>
              <a:t>a</a:t>
            </a:r>
            <a:r>
              <a:rPr b="0" lang="en-US" sz="2800" spc="154" strike="noStrike">
                <a:latin typeface="Yu Gothic"/>
              </a:rPr>
              <a:t>p</a:t>
            </a:r>
            <a:r>
              <a:rPr b="0" lang="en-US" sz="2800" spc="143" strike="noStrike">
                <a:latin typeface="Yu Gothic"/>
              </a:rPr>
              <a:t> </a:t>
            </a:r>
            <a:r>
              <a:rPr b="0" lang="en-US" sz="2800" spc="174" strike="noStrike">
                <a:latin typeface="Yu Gothic"/>
              </a:rPr>
              <a:t>o</a:t>
            </a:r>
            <a:r>
              <a:rPr b="0" lang="en-US" sz="2800" spc="174" strike="noStrike">
                <a:latin typeface="Yu Gothic"/>
              </a:rPr>
              <a:t>f</a:t>
            </a:r>
            <a:r>
              <a:rPr b="0" lang="en-US" sz="2800" spc="143" strike="noStrike">
                <a:latin typeface="Yu Gothic"/>
              </a:rPr>
              <a:t> </a:t>
            </a:r>
            <a:r>
              <a:rPr b="0" lang="en-US" sz="2800" spc="89" strike="noStrike">
                <a:latin typeface="Yu Gothic"/>
              </a:rPr>
              <a:t>N</a:t>
            </a:r>
            <a:r>
              <a:rPr b="0" lang="en-US" sz="2800" spc="89" strike="noStrike">
                <a:latin typeface="Yu Gothic"/>
              </a:rPr>
              <a:t>=</a:t>
            </a:r>
            <a:r>
              <a:rPr b="0" lang="en-US" sz="2800" spc="89" strike="noStrike">
                <a:latin typeface="Yu Gothic"/>
              </a:rPr>
              <a:t>5</a:t>
            </a:r>
            <a:r>
              <a:rPr b="0" lang="en-US" sz="2800" spc="89" strike="noStrike">
                <a:latin typeface="Yu Gothic"/>
              </a:rPr>
              <a:t>0</a:t>
            </a:r>
            <a:r>
              <a:rPr b="0" lang="en-US" sz="2800" spc="143" strike="noStrike">
                <a:latin typeface="Yu Gothic"/>
              </a:rPr>
              <a:t> </a:t>
            </a:r>
            <a:r>
              <a:rPr b="0" lang="en-US" sz="2800" spc="72" strike="noStrike">
                <a:latin typeface="Yu Gothic"/>
              </a:rPr>
              <a:t>a</a:t>
            </a:r>
            <a:r>
              <a:rPr b="0" lang="en-US" sz="2800" spc="72" strike="noStrike">
                <a:latin typeface="Yu Gothic"/>
              </a:rPr>
              <a:t>t</a:t>
            </a:r>
            <a:r>
              <a:rPr b="0" lang="en-US" sz="2800" spc="143" strike="noStrike">
                <a:latin typeface="Yu Gothic"/>
              </a:rPr>
              <a:t> </a:t>
            </a:r>
            <a:r>
              <a:rPr b="0" lang="en-US" sz="2800" spc="103" strike="noStrike">
                <a:latin typeface="Yu Gothic"/>
              </a:rPr>
              <a:t>N</a:t>
            </a:r>
            <a:r>
              <a:rPr b="0" lang="en-US" sz="2800" spc="103" strike="noStrike">
                <a:latin typeface="Yu Gothic"/>
              </a:rPr>
              <a:t>=</a:t>
            </a:r>
            <a:r>
              <a:rPr b="0" lang="en-US" sz="2800" spc="103" strike="noStrike">
                <a:latin typeface="Yu Gothic"/>
              </a:rPr>
              <a:t>4</a:t>
            </a:r>
            <a:r>
              <a:rPr b="0" lang="en-US" sz="2800" spc="103" strike="noStrike">
                <a:latin typeface="Yu Gothic"/>
              </a:rPr>
              <a:t>0</a:t>
            </a:r>
            <a:r>
              <a:rPr b="0" lang="en-US" sz="2800" spc="143" strike="noStrike">
                <a:latin typeface="Yu Gothic"/>
              </a:rPr>
              <a:t> </a:t>
            </a:r>
            <a:r>
              <a:rPr b="0" lang="en-US" sz="2800" spc="69" strike="noStrike">
                <a:latin typeface="Yu Gothic"/>
              </a:rPr>
              <a:t>n</a:t>
            </a:r>
            <a:r>
              <a:rPr b="0" lang="en-US" sz="2800" spc="69" strike="noStrike">
                <a:latin typeface="Yu Gothic"/>
              </a:rPr>
              <a:t>u</a:t>
            </a:r>
            <a:r>
              <a:rPr b="0" lang="en-US" sz="2800" spc="69" strike="noStrike">
                <a:latin typeface="Yu Gothic"/>
              </a:rPr>
              <a:t>cl</a:t>
            </a:r>
            <a:r>
              <a:rPr b="0" lang="en-US" sz="2800" spc="69" strike="noStrike">
                <a:latin typeface="Yu Gothic"/>
              </a:rPr>
              <a:t>e</a:t>
            </a:r>
            <a:r>
              <a:rPr b="0" lang="en-US" sz="2800" spc="69" strike="noStrike">
                <a:latin typeface="Yu Gothic"/>
              </a:rPr>
              <a:t>u</a:t>
            </a:r>
            <a:r>
              <a:rPr b="0" lang="en-US" sz="2800" spc="69" strike="noStrike">
                <a:latin typeface="Yu Gothic"/>
              </a:rPr>
              <a:t>s</a:t>
            </a:r>
            <a:r>
              <a:rPr b="0" lang="en-US" sz="2800" spc="148" strike="noStrike">
                <a:latin typeface="Yu Gothic"/>
              </a:rPr>
              <a:t> </a:t>
            </a:r>
            <a:r>
              <a:rPr b="0" lang="en-US" sz="2779" spc="103" strike="noStrike" baseline="21000">
                <a:latin typeface="Yu Gothic"/>
              </a:rPr>
              <a:t>68</a:t>
            </a:r>
            <a:r>
              <a:rPr b="0" lang="en-US" sz="2800" spc="69" strike="noStrike">
                <a:latin typeface="Yu Gothic"/>
              </a:rPr>
              <a:t>N</a:t>
            </a:r>
            <a:r>
              <a:rPr b="0" lang="en-US" sz="2800" spc="69" strike="noStrike">
                <a:latin typeface="Yu Gothic"/>
              </a:rPr>
              <a:t>i</a:t>
            </a:r>
            <a:endParaRPr b="0" lang="en-US" sz="2800" spc="-1" strike="noStrike">
              <a:latin typeface="Arial"/>
            </a:endParaRPr>
          </a:p>
          <a:p>
            <a:pPr marL="619920" indent="-228600">
              <a:lnSpc>
                <a:spcPct val="100000"/>
              </a:lnSpc>
              <a:spcBef>
                <a:spcPts val="2925"/>
              </a:spcBef>
              <a:buClr>
                <a:srgbClr val="000000"/>
              </a:buClr>
              <a:buFont typeface="Symbol" charset="2"/>
              <a:buChar char=""/>
              <a:tabLst>
                <a:tab algn="l" pos="619920"/>
              </a:tabLst>
            </a:pPr>
            <a:r>
              <a:rPr b="0" lang="en-US" sz="2800" spc="72" strike="noStrike">
                <a:latin typeface="Yu Gothic"/>
              </a:rPr>
              <a:t>E</a:t>
            </a:r>
            <a:r>
              <a:rPr b="0" lang="en-US" sz="2800" spc="72" strike="noStrike">
                <a:latin typeface="Yu Gothic"/>
              </a:rPr>
              <a:t>x</a:t>
            </a:r>
            <a:r>
              <a:rPr b="0" lang="en-US" sz="2800" spc="72" strike="noStrike">
                <a:latin typeface="Yu Gothic"/>
              </a:rPr>
              <a:t>c</a:t>
            </a:r>
            <a:r>
              <a:rPr b="0" lang="en-US" sz="2800" spc="72" strike="noStrike">
                <a:latin typeface="Yu Gothic"/>
              </a:rPr>
              <a:t>i</a:t>
            </a:r>
            <a:r>
              <a:rPr b="0" lang="en-US" sz="2800" spc="72" strike="noStrike">
                <a:latin typeface="Yu Gothic"/>
              </a:rPr>
              <a:t>t</a:t>
            </a:r>
            <a:r>
              <a:rPr b="0" lang="en-US" sz="2800" spc="72" strike="noStrike">
                <a:latin typeface="Yu Gothic"/>
              </a:rPr>
              <a:t>a</a:t>
            </a:r>
            <a:r>
              <a:rPr b="0" lang="en-US" sz="2800" spc="72" strike="noStrike">
                <a:latin typeface="Yu Gothic"/>
              </a:rPr>
              <a:t>t</a:t>
            </a:r>
            <a:r>
              <a:rPr b="0" lang="en-US" sz="2800" spc="72" strike="noStrike">
                <a:latin typeface="Yu Gothic"/>
              </a:rPr>
              <a:t>i</a:t>
            </a:r>
            <a:r>
              <a:rPr b="0" lang="en-US" sz="2800" spc="72" strike="noStrike">
                <a:latin typeface="Yu Gothic"/>
              </a:rPr>
              <a:t>o</a:t>
            </a:r>
            <a:r>
              <a:rPr b="0" lang="en-US" sz="2800" spc="72" strike="noStrike">
                <a:latin typeface="Yu Gothic"/>
              </a:rPr>
              <a:t>n</a:t>
            </a:r>
            <a:r>
              <a:rPr b="0" lang="en-US" sz="2800" spc="188" strike="noStrike">
                <a:latin typeface="Yu Gothic"/>
              </a:rPr>
              <a:t> </a:t>
            </a:r>
            <a:r>
              <a:rPr b="0" lang="en-US" sz="2800" spc="137" strike="noStrike">
                <a:latin typeface="Yu Gothic"/>
              </a:rPr>
              <a:t>e</a:t>
            </a:r>
            <a:r>
              <a:rPr b="0" lang="en-US" sz="2800" spc="137" strike="noStrike">
                <a:latin typeface="Yu Gothic"/>
              </a:rPr>
              <a:t>n</a:t>
            </a:r>
            <a:r>
              <a:rPr b="0" lang="en-US" sz="2800" spc="137" strike="noStrike">
                <a:latin typeface="Yu Gothic"/>
              </a:rPr>
              <a:t>e</a:t>
            </a:r>
            <a:r>
              <a:rPr b="0" lang="en-US" sz="2800" spc="137" strike="noStrike">
                <a:latin typeface="Yu Gothic"/>
              </a:rPr>
              <a:t>r</a:t>
            </a:r>
            <a:r>
              <a:rPr b="0" lang="en-US" sz="2800" spc="137" strike="noStrike">
                <a:latin typeface="Yu Gothic"/>
              </a:rPr>
              <a:t>g</a:t>
            </a:r>
            <a:r>
              <a:rPr b="0" lang="en-US" sz="2800" spc="137" strike="noStrike">
                <a:latin typeface="Yu Gothic"/>
              </a:rPr>
              <a:t>y</a:t>
            </a:r>
            <a:r>
              <a:rPr b="0" lang="en-US" sz="2800" spc="194" strike="noStrike">
                <a:latin typeface="Yu Gothic"/>
              </a:rPr>
              <a:t> </a:t>
            </a:r>
            <a:r>
              <a:rPr b="0" lang="en-US" sz="2800" spc="174" strike="noStrike">
                <a:latin typeface="Yu Gothic"/>
              </a:rPr>
              <a:t>o</a:t>
            </a:r>
            <a:r>
              <a:rPr b="0" lang="en-US" sz="2800" spc="174" strike="noStrike">
                <a:latin typeface="Yu Gothic"/>
              </a:rPr>
              <a:t>f</a:t>
            </a:r>
            <a:r>
              <a:rPr b="0" lang="en-US" sz="2800" spc="194" strike="noStrike">
                <a:latin typeface="Yu Gothic"/>
              </a:rPr>
              <a:t> </a:t>
            </a:r>
            <a:r>
              <a:rPr b="0" i="1" lang="en-US" sz="2800" spc="-1" strike="noStrike">
                <a:latin typeface="Times New Roman"/>
              </a:rPr>
              <a:t>d</a:t>
            </a:r>
            <a:r>
              <a:rPr b="0" i="1" lang="en-US" sz="2779" spc="-1" strike="noStrike" baseline="-4000">
                <a:latin typeface="Times New Roman"/>
              </a:rPr>
              <a:t>5</a:t>
            </a:r>
            <a:r>
              <a:rPr b="0" i="1" lang="en-US" sz="2779" spc="-1" strike="noStrike" baseline="-4000">
                <a:latin typeface="Times New Roman"/>
              </a:rPr>
              <a:t>/</a:t>
            </a:r>
            <a:r>
              <a:rPr b="0" i="1" lang="en-US" sz="2779" spc="-1" strike="noStrike" baseline="-4000">
                <a:latin typeface="Times New Roman"/>
              </a:rPr>
              <a:t>2</a:t>
            </a:r>
            <a:r>
              <a:rPr b="0" i="1" lang="en-US" sz="2779" spc="43" strike="noStrike" baseline="-4000">
                <a:latin typeface="Times New Roman"/>
              </a:rPr>
              <a:t> </a:t>
            </a:r>
            <a:r>
              <a:rPr b="0" i="1" lang="en-US" sz="2779" spc="43" strike="noStrike" baseline="-4000">
                <a:latin typeface="Times New Roman"/>
              </a:rPr>
              <a:t> </a:t>
            </a:r>
            <a:r>
              <a:rPr b="0" lang="en-US" sz="2800" spc="-1" strike="noStrike">
                <a:latin typeface="Yu Gothic"/>
              </a:rPr>
              <a:t>s</a:t>
            </a:r>
            <a:r>
              <a:rPr b="0" lang="en-US" sz="2800" spc="-1" strike="noStrike">
                <a:latin typeface="Yu Gothic"/>
              </a:rPr>
              <a:t>t</a:t>
            </a:r>
            <a:r>
              <a:rPr b="0" lang="en-US" sz="2800" spc="-1" strike="noStrike">
                <a:latin typeface="Yu Gothic"/>
              </a:rPr>
              <a:t>a</a:t>
            </a:r>
            <a:r>
              <a:rPr b="0" lang="en-US" sz="2800" spc="-1" strike="noStrike">
                <a:latin typeface="Yu Gothic"/>
              </a:rPr>
              <a:t>t</a:t>
            </a:r>
            <a:r>
              <a:rPr b="0" lang="en-US" sz="2800" spc="-1" strike="noStrike">
                <a:latin typeface="Yu Gothic"/>
              </a:rPr>
              <a:t>e</a:t>
            </a:r>
            <a:r>
              <a:rPr b="0" lang="en-US" sz="2800" spc="-1" strike="noStrike">
                <a:latin typeface="Yu Gothic"/>
              </a:rPr>
              <a:t>(</a:t>
            </a:r>
            <a:r>
              <a:rPr b="0" lang="en-US" sz="2800" spc="-1" strike="noStrike">
                <a:latin typeface="Yu Gothic"/>
              </a:rPr>
              <a:t>s</a:t>
            </a:r>
            <a:r>
              <a:rPr b="0" lang="en-US" sz="2800" spc="-1" strike="noStrike">
                <a:latin typeface="Yu Gothic"/>
              </a:rPr>
              <a:t>)</a:t>
            </a:r>
            <a:r>
              <a:rPr b="0" lang="en-US" sz="2800" spc="199" strike="noStrike">
                <a:latin typeface="Yu Gothic"/>
              </a:rPr>
              <a:t> </a:t>
            </a:r>
            <a:r>
              <a:rPr b="0" lang="en-US" sz="2800" spc="-1" strike="noStrike">
                <a:latin typeface="Yu Gothic"/>
              </a:rPr>
              <a:t>i</a:t>
            </a:r>
            <a:r>
              <a:rPr b="0" lang="en-US" sz="2800" spc="-1" strike="noStrike">
                <a:latin typeface="Yu Gothic"/>
              </a:rPr>
              <a:t>n</a:t>
            </a:r>
            <a:r>
              <a:rPr b="0" lang="en-US" sz="2800" spc="194" strike="noStrike">
                <a:latin typeface="Yu Gothic"/>
              </a:rPr>
              <a:t> </a:t>
            </a:r>
            <a:r>
              <a:rPr b="0" lang="en-US" sz="2779" spc="103" strike="noStrike" baseline="24000">
                <a:latin typeface="Yu Gothic"/>
              </a:rPr>
              <a:t>6</a:t>
            </a:r>
            <a:r>
              <a:rPr b="0" lang="en-US" sz="2779" spc="103" strike="noStrike" baseline="24000">
                <a:latin typeface="Yu Gothic"/>
              </a:rPr>
              <a:t>9</a:t>
            </a:r>
            <a:r>
              <a:rPr b="0" lang="en-US" sz="2800" spc="69" strike="noStrike">
                <a:latin typeface="Yu Gothic"/>
              </a:rPr>
              <a:t>N</a:t>
            </a:r>
            <a:r>
              <a:rPr b="0" lang="en-US" sz="2800" spc="69" strike="noStrike">
                <a:latin typeface="Yu Gothic"/>
              </a:rPr>
              <a:t>i</a:t>
            </a:r>
            <a:endParaRPr b="0" lang="en-US" sz="2800" spc="-1" strike="noStrike">
              <a:latin typeface="Arial"/>
            </a:endParaRPr>
          </a:p>
          <a:p>
            <a:pPr marL="619920" indent="-228600">
              <a:lnSpc>
                <a:spcPct val="100000"/>
              </a:lnSpc>
              <a:spcBef>
                <a:spcPts val="1440"/>
              </a:spcBef>
              <a:buClr>
                <a:srgbClr val="000000"/>
              </a:buClr>
              <a:buFont typeface="Yu Gothic"/>
              <a:buChar char="•"/>
              <a:tabLst>
                <a:tab algn="l" pos="619920"/>
              </a:tabLst>
            </a:pPr>
            <a:r>
              <a:rPr b="0" i="1" lang="en-US" sz="2800" spc="-1" strike="noStrike">
                <a:latin typeface="Times New Roman"/>
              </a:rPr>
              <a:t>C</a:t>
            </a:r>
            <a:r>
              <a:rPr b="0" i="1" lang="en-US" sz="2779" spc="-1" strike="noStrike" baseline="19000">
                <a:latin typeface="Times New Roman"/>
              </a:rPr>
              <a:t>2</a:t>
            </a:r>
            <a:r>
              <a:rPr b="0" i="1" lang="en-US" sz="2800" spc="-1" strike="noStrike">
                <a:latin typeface="Times New Roman"/>
              </a:rPr>
              <a:t>S</a:t>
            </a:r>
            <a:r>
              <a:rPr b="0" i="1" lang="en-US" sz="2779" spc="-1" strike="noStrike" baseline="19000">
                <a:latin typeface="Times New Roman"/>
              </a:rPr>
              <a:t>+</a:t>
            </a:r>
            <a:r>
              <a:rPr b="0" i="1" lang="en-US" sz="2779" spc="704" strike="noStrike" baseline="19000">
                <a:latin typeface="Times New Roman"/>
              </a:rPr>
              <a:t> </a:t>
            </a:r>
            <a:r>
              <a:rPr b="0" lang="en-US" sz="2800" spc="174" strike="noStrike">
                <a:latin typeface="Yu Gothic"/>
              </a:rPr>
              <a:t>o</a:t>
            </a:r>
            <a:r>
              <a:rPr b="0" lang="en-US" sz="2800" spc="174" strike="noStrike">
                <a:latin typeface="Yu Gothic"/>
              </a:rPr>
              <a:t>f</a:t>
            </a:r>
            <a:r>
              <a:rPr b="0" lang="en-US" sz="2800" spc="134" strike="noStrike">
                <a:latin typeface="Yu Gothic"/>
              </a:rPr>
              <a:t> </a:t>
            </a:r>
            <a:r>
              <a:rPr b="0" i="1" lang="en-US" sz="2800" spc="-1" strike="noStrike">
                <a:latin typeface="Times New Roman"/>
              </a:rPr>
              <a:t>g</a:t>
            </a:r>
            <a:r>
              <a:rPr b="0" i="1" lang="en-US" sz="2779" spc="-1" strike="noStrike" baseline="-4000">
                <a:latin typeface="Times New Roman"/>
              </a:rPr>
              <a:t>9</a:t>
            </a:r>
            <a:r>
              <a:rPr b="0" i="1" lang="en-US" sz="2779" spc="-1" strike="noStrike" baseline="-4000">
                <a:latin typeface="Times New Roman"/>
              </a:rPr>
              <a:t>/</a:t>
            </a:r>
            <a:r>
              <a:rPr b="0" i="1" lang="en-US" sz="2779" spc="-1" strike="noStrike" baseline="-4000">
                <a:latin typeface="Times New Roman"/>
              </a:rPr>
              <a:t>2</a:t>
            </a:r>
            <a:r>
              <a:rPr b="0" i="1" lang="en-US" sz="2779" spc="704" strike="noStrike" baseline="-4000">
                <a:latin typeface="Times New Roman"/>
              </a:rPr>
              <a:t> </a:t>
            </a:r>
            <a:r>
              <a:rPr b="0" lang="en-US" sz="2800" spc="94" strike="noStrike">
                <a:latin typeface="Yu Gothic"/>
              </a:rPr>
              <a:t>a</a:t>
            </a:r>
            <a:r>
              <a:rPr b="0" lang="en-US" sz="2800" spc="94" strike="noStrike">
                <a:latin typeface="Yu Gothic"/>
              </a:rPr>
              <a:t>n</a:t>
            </a:r>
            <a:r>
              <a:rPr b="0" lang="en-US" sz="2800" spc="94" strike="noStrike">
                <a:latin typeface="Yu Gothic"/>
              </a:rPr>
              <a:t>d</a:t>
            </a:r>
            <a:r>
              <a:rPr b="0" lang="en-US" sz="2800" spc="134" strike="noStrike">
                <a:latin typeface="Yu Gothic"/>
              </a:rPr>
              <a:t> </a:t>
            </a:r>
            <a:r>
              <a:rPr b="0" i="1" lang="en-US" sz="2800" spc="-1" strike="noStrike">
                <a:latin typeface="Times New Roman"/>
              </a:rPr>
              <a:t>d</a:t>
            </a:r>
            <a:r>
              <a:rPr b="0" i="1" lang="en-US" sz="2779" spc="-1" strike="noStrike" baseline="-4000">
                <a:latin typeface="Times New Roman"/>
              </a:rPr>
              <a:t>5</a:t>
            </a:r>
            <a:r>
              <a:rPr b="0" i="1" lang="en-US" sz="2779" spc="-1" strike="noStrike" baseline="-4000">
                <a:latin typeface="Times New Roman"/>
              </a:rPr>
              <a:t>/</a:t>
            </a:r>
            <a:r>
              <a:rPr b="0" i="1" lang="en-US" sz="2779" spc="-1" strike="noStrike" baseline="-4000">
                <a:latin typeface="Times New Roman"/>
              </a:rPr>
              <a:t>2</a:t>
            </a:r>
            <a:r>
              <a:rPr b="0" i="1" lang="en-US" sz="2779" spc="704" strike="noStrike" baseline="-4000">
                <a:latin typeface="Times New Roman"/>
              </a:rPr>
              <a:t> </a:t>
            </a:r>
            <a:r>
              <a:rPr b="0" lang="en-US" sz="2800" spc="63" strike="noStrike">
                <a:latin typeface="Yu Gothic"/>
              </a:rPr>
              <a:t>s</a:t>
            </a:r>
            <a:r>
              <a:rPr b="0" lang="en-US" sz="2800" spc="63" strike="noStrike">
                <a:latin typeface="Yu Gothic"/>
              </a:rPr>
              <a:t>t</a:t>
            </a:r>
            <a:r>
              <a:rPr b="0" lang="en-US" sz="2800" spc="63" strike="noStrike">
                <a:latin typeface="Yu Gothic"/>
              </a:rPr>
              <a:t>a</a:t>
            </a:r>
            <a:r>
              <a:rPr b="0" lang="en-US" sz="2800" spc="63" strike="noStrike">
                <a:latin typeface="Yu Gothic"/>
              </a:rPr>
              <a:t>t</a:t>
            </a:r>
            <a:r>
              <a:rPr b="0" lang="en-US" sz="2800" spc="63" strike="noStrike">
                <a:latin typeface="Yu Gothic"/>
              </a:rPr>
              <a:t>e</a:t>
            </a:r>
            <a:r>
              <a:rPr b="0" lang="en-US" sz="2800" spc="63" strike="noStrike">
                <a:latin typeface="Yu Gothic"/>
              </a:rPr>
              <a:t>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-228240" y="4572000"/>
            <a:ext cx="6857640" cy="29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In </a:t>
            </a:r>
            <a:r>
              <a:rPr b="0" lang="en-US" sz="2400" spc="-1" strike="noStrike" baseline="33000">
                <a:solidFill>
                  <a:srgbClr val="000000"/>
                </a:solidFill>
                <a:latin typeface="Quattrocento Sans"/>
                <a:ea typeface="ＭＳ Ｐゴシック"/>
              </a:rPr>
              <a:t>68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i(d,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p)</a:t>
            </a:r>
            <a:r>
              <a:rPr b="0" lang="en-US" sz="2400" spc="-1" strike="noStrike" baseline="33000">
                <a:solidFill>
                  <a:srgbClr val="000000"/>
                </a:solidFill>
                <a:latin typeface="Quattrocento Sans"/>
                <a:ea typeface="ＭＳ Ｐゴシック"/>
              </a:rPr>
              <a:t>6</a:t>
            </a:r>
            <a:r>
              <a:rPr b="0" lang="en-US" sz="2400" spc="-1" strike="noStrike" baseline="33000">
                <a:solidFill>
                  <a:srgbClr val="000000"/>
                </a:solidFill>
                <a:latin typeface="Quattrocento Sans"/>
                <a:ea typeface="ＭＳ Ｐゴシック"/>
              </a:rPr>
              <a:t>9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Ni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rea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cti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wit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h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det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er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mi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nin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g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the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2d</a:t>
            </a:r>
            <a:r>
              <a:rPr b="0" lang="en-US" sz="2400" spc="-1" strike="noStrike" baseline="-8000">
                <a:solidFill>
                  <a:srgbClr val="000000"/>
                </a:solidFill>
                <a:latin typeface="Quattrocento Sans"/>
                <a:ea typeface="ＭＳ Ｐゴシック"/>
              </a:rPr>
              <a:t>5</a:t>
            </a:r>
            <a:r>
              <a:rPr b="0" lang="en-US" sz="2400" spc="-1" strike="noStrike" baseline="-8000">
                <a:solidFill>
                  <a:srgbClr val="000000"/>
                </a:solidFill>
                <a:latin typeface="Quattrocento Sans"/>
                <a:ea typeface="ＭＳ Ｐゴシック"/>
              </a:rPr>
              <a:t>/2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str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en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gth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,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the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sp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aci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ng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bet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we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en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the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g</a:t>
            </a:r>
            <a:r>
              <a:rPr b="0" lang="en-US" sz="2400" spc="-1" strike="noStrike" baseline="-8000">
                <a:solidFill>
                  <a:srgbClr val="000000"/>
                </a:solidFill>
                <a:latin typeface="Quattrocento Sans"/>
                <a:ea typeface="ＭＳ Ｐゴシック"/>
              </a:rPr>
              <a:t>9/2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an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d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d</a:t>
            </a:r>
            <a:r>
              <a:rPr b="0" lang="en-US" sz="2400" spc="-1" strike="noStrike" baseline="-8000">
                <a:solidFill>
                  <a:srgbClr val="000000"/>
                </a:solidFill>
                <a:latin typeface="Quattrocento Sans"/>
                <a:ea typeface="ＭＳ Ｐゴシック"/>
              </a:rPr>
              <a:t>5/2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ne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utr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orb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ital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at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N=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40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is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inv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est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iga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ted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.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Th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rea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cti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wa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stu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die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d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bef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ore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an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d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2d</a:t>
            </a:r>
            <a:r>
              <a:rPr b="0" lang="en-US" sz="2400" spc="-1" strike="noStrike" baseline="-8000">
                <a:solidFill>
                  <a:srgbClr val="000000"/>
                </a:solidFill>
                <a:latin typeface="Quattrocento Sans"/>
                <a:ea typeface="ＭＳ Ｐゴシック"/>
              </a:rPr>
              <a:t>5</a:t>
            </a:r>
            <a:r>
              <a:rPr b="0" lang="en-US" sz="2400" spc="-1" strike="noStrike" baseline="-8000">
                <a:solidFill>
                  <a:srgbClr val="000000"/>
                </a:solidFill>
                <a:latin typeface="Quattrocento Sans"/>
                <a:ea typeface="ＭＳ Ｐゴシック"/>
              </a:rPr>
              <a:t>/2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 is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me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as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ure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d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at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2.5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Me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V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[2].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Th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sta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te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is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su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gg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est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ed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be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do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ubl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et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at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2.1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an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d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2.8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Me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V.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Th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ai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m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is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det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er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mi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ne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the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ex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cit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ati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en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erg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ies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an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d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co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nfir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m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ＭＳ Ｐゴシック"/>
              </a:rPr>
              <a:t>the </a:t>
            </a:r>
            <a:r>
              <a:rPr b="0" lang="en-US" sz="2400" spc="-1" strike="noStrike">
                <a:solidFill>
                  <a:srgbClr val="000000"/>
                </a:solidFill>
                <a:latin typeface="utkal"/>
                <a:ea typeface="utkal"/>
              </a:rPr>
              <a:t>Δ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utkal"/>
              </a:rPr>
              <a:t>L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utkal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utkal"/>
              </a:rPr>
              <a:t>2.8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utkal"/>
              </a:rPr>
              <a:t>Me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utkal"/>
              </a:rPr>
              <a:t>V 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utkal"/>
              </a:rPr>
              <a:t>sta</a:t>
            </a:r>
            <a:r>
              <a:rPr b="0" lang="en-US" sz="2400" spc="-1" strike="noStrike">
                <a:solidFill>
                  <a:srgbClr val="000000"/>
                </a:solidFill>
                <a:latin typeface="Quattrocento Sans"/>
                <a:ea typeface="utkal"/>
              </a:rPr>
              <a:t>te.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ubTitle"/>
          </p:nvPr>
        </p:nvSpPr>
        <p:spPr>
          <a:xfrm>
            <a:off x="6172200" y="225000"/>
            <a:ext cx="6674400" cy="457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just">
              <a:lnSpc>
                <a:spcPct val="100000"/>
              </a:lnSpc>
              <a:spcBef>
                <a:spcPts val="1301"/>
              </a:spcBef>
              <a:buNone/>
            </a:pPr>
            <a:r>
              <a:rPr b="0" lang="en-US" sz="2100" spc="134" strike="noStrike" baseline="21000">
                <a:solidFill>
                  <a:srgbClr val="000000"/>
                </a:solidFill>
                <a:latin typeface="FreeSans"/>
              </a:rPr>
              <a:t>Pr</a:t>
            </a:r>
            <a:r>
              <a:rPr b="0" lang="en-US" sz="2100" spc="134" strike="noStrike" baseline="21000">
                <a:solidFill>
                  <a:srgbClr val="000000"/>
                </a:solidFill>
                <a:latin typeface="FreeSans"/>
              </a:rPr>
              <a:t>ev</a:t>
            </a:r>
            <a:r>
              <a:rPr b="0" lang="en-US" sz="2100" spc="134" strike="noStrike" baseline="21000">
                <a:solidFill>
                  <a:srgbClr val="000000"/>
                </a:solidFill>
                <a:latin typeface="FreeSans"/>
              </a:rPr>
              <a:t>io</a:t>
            </a:r>
            <a:r>
              <a:rPr b="0" lang="en-US" sz="2100" spc="134" strike="noStrike" baseline="21000">
                <a:solidFill>
                  <a:srgbClr val="000000"/>
                </a:solidFill>
                <a:latin typeface="FreeSans"/>
              </a:rPr>
              <a:t>us </a:t>
            </a:r>
            <a:r>
              <a:rPr b="0" lang="en-US" sz="2100" spc="134" strike="noStrike" baseline="21000">
                <a:solidFill>
                  <a:srgbClr val="000000"/>
                </a:solidFill>
                <a:latin typeface="FreeSans"/>
              </a:rPr>
              <a:t>Ex</a:t>
            </a:r>
            <a:r>
              <a:rPr b="0" lang="en-US" sz="2100" spc="134" strike="noStrike" baseline="21000">
                <a:solidFill>
                  <a:srgbClr val="000000"/>
                </a:solidFill>
                <a:latin typeface="FreeSans"/>
              </a:rPr>
              <a:t>pe</a:t>
            </a:r>
            <a:r>
              <a:rPr b="0" lang="en-US" sz="2100" spc="134" strike="noStrike" baseline="21000">
                <a:solidFill>
                  <a:srgbClr val="000000"/>
                </a:solidFill>
                <a:latin typeface="FreeSans"/>
              </a:rPr>
              <a:t>ri</a:t>
            </a:r>
            <a:r>
              <a:rPr b="0" lang="en-US" sz="2100" spc="134" strike="noStrike" baseline="21000">
                <a:solidFill>
                  <a:srgbClr val="000000"/>
                </a:solidFill>
                <a:latin typeface="FreeSans"/>
              </a:rPr>
              <a:t>me</a:t>
            </a:r>
            <a:r>
              <a:rPr b="0" lang="en-US" sz="2100" spc="134" strike="noStrike" baseline="21000">
                <a:solidFill>
                  <a:srgbClr val="000000"/>
                </a:solidFill>
                <a:latin typeface="FreeSans"/>
              </a:rPr>
              <a:t>nt</a:t>
            </a:r>
            <a:endParaRPr b="0" lang="en-US" sz="2100" spc="-1" strike="noStrike">
              <a:latin typeface="FreeSans"/>
            </a:endParaRPr>
          </a:p>
          <a:p>
            <a:pPr algn="just">
              <a:lnSpc>
                <a:spcPct val="100000"/>
              </a:lnSpc>
              <a:spcBef>
                <a:spcPts val="1301"/>
              </a:spcBef>
              <a:buNone/>
            </a:pPr>
            <a:r>
              <a:rPr b="0" lang="en-US" sz="2100" spc="134" strike="noStrike" baseline="21000">
                <a:solidFill>
                  <a:srgbClr val="000000"/>
                </a:solidFill>
                <a:latin typeface="FreeSans"/>
              </a:rPr>
              <a:t>68</a:t>
            </a:r>
            <a:r>
              <a:rPr b="0" lang="en-US" sz="2100" spc="89" strike="noStrike">
                <a:solidFill>
                  <a:srgbClr val="000000"/>
                </a:solidFill>
                <a:latin typeface="FreeSans"/>
              </a:rPr>
              <a:t>N</a:t>
            </a:r>
            <a:r>
              <a:rPr b="0" lang="en-US" sz="2100" spc="89" strike="noStrike">
                <a:solidFill>
                  <a:srgbClr val="000000"/>
                </a:solidFill>
                <a:latin typeface="FreeSans"/>
              </a:rPr>
              <a:t>i</a:t>
            </a:r>
            <a:r>
              <a:rPr b="0" lang="en-US" sz="2100" spc="134" strike="noStrike">
                <a:solidFill>
                  <a:srgbClr val="000000"/>
                </a:solidFill>
                <a:latin typeface="FreeSans"/>
              </a:rPr>
              <a:t> </a:t>
            </a:r>
            <a:r>
              <a:rPr b="0" lang="en-US" sz="2100" spc="123" strike="noStrike">
                <a:solidFill>
                  <a:srgbClr val="000000"/>
                </a:solidFill>
                <a:latin typeface="FreeSans"/>
              </a:rPr>
              <a:t>b</a:t>
            </a:r>
            <a:r>
              <a:rPr b="0" lang="en-US" sz="2100" spc="123" strike="noStrike">
                <a:solidFill>
                  <a:srgbClr val="000000"/>
                </a:solidFill>
                <a:latin typeface="FreeSans"/>
              </a:rPr>
              <a:t>e</a:t>
            </a:r>
            <a:r>
              <a:rPr b="0" lang="en-US" sz="2100" spc="123" strike="noStrike">
                <a:solidFill>
                  <a:srgbClr val="000000"/>
                </a:solidFill>
                <a:latin typeface="FreeSans"/>
              </a:rPr>
              <a:t>a</a:t>
            </a:r>
            <a:r>
              <a:rPr b="0" lang="en-US" sz="2100" spc="123" strike="noStrike">
                <a:solidFill>
                  <a:srgbClr val="000000"/>
                </a:solidFill>
                <a:latin typeface="FreeSans"/>
              </a:rPr>
              <a:t>m</a:t>
            </a:r>
            <a:r>
              <a:rPr b="0" lang="en-US" sz="2100" spc="134" strike="noStrike">
                <a:solidFill>
                  <a:srgbClr val="000000"/>
                </a:solidFill>
                <a:latin typeface="FreeSans"/>
              </a:rPr>
              <a:t> </a:t>
            </a:r>
            <a:r>
              <a:rPr b="0" lang="en-US" sz="2100" spc="174" strike="noStrike">
                <a:solidFill>
                  <a:srgbClr val="000000"/>
                </a:solidFill>
                <a:latin typeface="FreeSans"/>
              </a:rPr>
              <a:t>of</a:t>
            </a:r>
            <a:r>
              <a:rPr b="0" lang="en-US" sz="2100" spc="134" strike="noStrike">
                <a:solidFill>
                  <a:srgbClr val="000000"/>
                </a:solidFill>
                <a:latin typeface="FreeSans"/>
              </a:rPr>
              <a:t> </a:t>
            </a:r>
            <a:r>
              <a:rPr b="0" lang="en-US" sz="2100" spc="182" strike="noStrike">
                <a:solidFill>
                  <a:srgbClr val="000000"/>
                </a:solidFill>
                <a:latin typeface="FreeSans"/>
              </a:rPr>
              <a:t>2</a:t>
            </a:r>
            <a:r>
              <a:rPr b="0" lang="en-US" sz="2100" spc="182" strike="noStrike">
                <a:solidFill>
                  <a:srgbClr val="000000"/>
                </a:solidFill>
                <a:latin typeface="FreeSans"/>
              </a:rPr>
              <a:t>4</a:t>
            </a:r>
            <a:r>
              <a:rPr b="0" lang="en-US" sz="2100" spc="182" strike="noStrike">
                <a:solidFill>
                  <a:srgbClr val="000000"/>
                </a:solidFill>
                <a:latin typeface="FreeSans"/>
              </a:rPr>
              <a:t>.8</a:t>
            </a:r>
            <a:r>
              <a:rPr b="0" lang="en-US" sz="2100" spc="137" strike="noStrike">
                <a:solidFill>
                  <a:srgbClr val="000000"/>
                </a:solidFill>
                <a:latin typeface="FreeSans"/>
              </a:rPr>
              <a:t> </a:t>
            </a:r>
            <a:r>
              <a:rPr b="0" lang="en-US" sz="2100" spc="43" strike="noStrike">
                <a:solidFill>
                  <a:srgbClr val="000000"/>
                </a:solidFill>
                <a:latin typeface="FreeSans"/>
              </a:rPr>
              <a:t>M</a:t>
            </a:r>
            <a:r>
              <a:rPr b="0" lang="en-US" sz="2100" spc="43" strike="noStrike">
                <a:solidFill>
                  <a:srgbClr val="000000"/>
                </a:solidFill>
                <a:latin typeface="FreeSans"/>
              </a:rPr>
              <a:t>e</a:t>
            </a:r>
            <a:r>
              <a:rPr b="0" lang="en-US" sz="2100" spc="43" strike="noStrike">
                <a:solidFill>
                  <a:srgbClr val="000000"/>
                </a:solidFill>
                <a:latin typeface="FreeSans"/>
              </a:rPr>
              <a:t>V</a:t>
            </a:r>
            <a:r>
              <a:rPr b="0" lang="en-US" sz="2100" spc="43" strike="noStrike">
                <a:solidFill>
                  <a:srgbClr val="000000"/>
                </a:solidFill>
                <a:latin typeface="FreeSans"/>
              </a:rPr>
              <a:t>/</a:t>
            </a:r>
            <a:r>
              <a:rPr b="0" i="1" lang="en-US" sz="2100" spc="43" strike="noStrike">
                <a:solidFill>
                  <a:srgbClr val="000000"/>
                </a:solidFill>
                <a:latin typeface="FreeSans"/>
              </a:rPr>
              <a:t>u</a:t>
            </a:r>
            <a:endParaRPr b="0" lang="en-US" sz="2100" spc="-1" strike="noStrike">
              <a:latin typeface="FreeSans"/>
            </a:endParaRPr>
          </a:p>
          <a:p>
            <a:pPr algn="just">
              <a:lnSpc>
                <a:spcPct val="100000"/>
              </a:lnSpc>
              <a:spcBef>
                <a:spcPts val="1205"/>
              </a:spcBef>
              <a:buNone/>
            </a:pPr>
            <a:r>
              <a:rPr b="0" lang="en-US" sz="2100" spc="162" strike="noStrike">
                <a:solidFill>
                  <a:srgbClr val="000000"/>
                </a:solidFill>
                <a:latin typeface="FreeSans"/>
              </a:rPr>
              <a:t>2</a:t>
            </a:r>
            <a:r>
              <a:rPr b="0" lang="en-US" sz="2100" spc="162" strike="noStrike">
                <a:solidFill>
                  <a:srgbClr val="000000"/>
                </a:solidFill>
                <a:latin typeface="FreeSans"/>
              </a:rPr>
              <a:t>.6</a:t>
            </a:r>
            <a:r>
              <a:rPr b="0" lang="en-US" sz="2100" spc="137" strike="noStrike">
                <a:solidFill>
                  <a:srgbClr val="000000"/>
                </a:solidFill>
                <a:latin typeface="FreeSans"/>
              </a:rPr>
              <a:t> </a:t>
            </a:r>
            <a:r>
              <a:rPr b="0" lang="en-US" sz="2100" spc="148" strike="noStrike">
                <a:solidFill>
                  <a:srgbClr val="000000"/>
                </a:solidFill>
                <a:latin typeface="FreeSans"/>
              </a:rPr>
              <a:t>m</a:t>
            </a:r>
            <a:r>
              <a:rPr b="0" lang="en-US" sz="2100" spc="148" strike="noStrike">
                <a:solidFill>
                  <a:srgbClr val="000000"/>
                </a:solidFill>
                <a:latin typeface="FreeSans"/>
              </a:rPr>
              <a:t>g</a:t>
            </a:r>
            <a:r>
              <a:rPr b="0" lang="en-US" sz="2100" spc="148" strike="noStrike">
                <a:solidFill>
                  <a:srgbClr val="000000"/>
                </a:solidFill>
                <a:latin typeface="FreeSans"/>
              </a:rPr>
              <a:t>/c</a:t>
            </a:r>
            <a:r>
              <a:rPr b="0" lang="en-US" sz="2100" spc="148" strike="noStrike">
                <a:solidFill>
                  <a:srgbClr val="000000"/>
                </a:solidFill>
                <a:latin typeface="FreeSans"/>
              </a:rPr>
              <a:t>m</a:t>
            </a:r>
            <a:r>
              <a:rPr b="0" lang="en-US" sz="2100" spc="222" strike="noStrike" baseline="21000">
                <a:solidFill>
                  <a:srgbClr val="000000"/>
                </a:solidFill>
                <a:latin typeface="FreeSans"/>
              </a:rPr>
              <a:t>2</a:t>
            </a:r>
            <a:r>
              <a:rPr b="0" lang="en-US" sz="2100" spc="619" strike="noStrike" baseline="21000">
                <a:solidFill>
                  <a:srgbClr val="000000"/>
                </a:solidFill>
                <a:latin typeface="FreeSans"/>
              </a:rPr>
              <a:t> </a:t>
            </a:r>
            <a:r>
              <a:rPr b="0" lang="en-US" sz="2100" spc="128" strike="noStrike">
                <a:solidFill>
                  <a:srgbClr val="000000"/>
                </a:solidFill>
                <a:latin typeface="FreeSans"/>
              </a:rPr>
              <a:t>C</a:t>
            </a:r>
            <a:r>
              <a:rPr b="0" lang="en-US" sz="2100" spc="128" strike="noStrike">
                <a:solidFill>
                  <a:srgbClr val="000000"/>
                </a:solidFill>
                <a:latin typeface="FreeSans"/>
              </a:rPr>
              <a:t>D</a:t>
            </a:r>
            <a:r>
              <a:rPr b="0" lang="en-US" sz="2100" spc="194" strike="noStrike" baseline="-3000">
                <a:solidFill>
                  <a:srgbClr val="000000"/>
                </a:solidFill>
                <a:latin typeface="FreeSans"/>
              </a:rPr>
              <a:t>2</a:t>
            </a:r>
            <a:r>
              <a:rPr b="0" lang="en-US" sz="2100" spc="613" strike="noStrike" baseline="-3000">
                <a:solidFill>
                  <a:srgbClr val="000000"/>
                </a:solidFill>
                <a:latin typeface="FreeSans"/>
              </a:rPr>
              <a:t> </a:t>
            </a:r>
            <a:r>
              <a:rPr b="0" lang="en-US" sz="2100" spc="111" strike="noStrike">
                <a:solidFill>
                  <a:srgbClr val="000000"/>
                </a:solidFill>
                <a:latin typeface="FreeSans"/>
              </a:rPr>
              <a:t>ta</a:t>
            </a:r>
            <a:r>
              <a:rPr b="0" lang="en-US" sz="2100" spc="111" strike="noStrike">
                <a:solidFill>
                  <a:srgbClr val="000000"/>
                </a:solidFill>
                <a:latin typeface="FreeSans"/>
              </a:rPr>
              <a:t>r</a:t>
            </a:r>
            <a:r>
              <a:rPr b="0" lang="en-US" sz="2100" spc="111" strike="noStrike">
                <a:solidFill>
                  <a:srgbClr val="000000"/>
                </a:solidFill>
                <a:latin typeface="FreeSans"/>
              </a:rPr>
              <a:t>g</a:t>
            </a:r>
            <a:r>
              <a:rPr b="0" lang="en-US" sz="2100" spc="111" strike="noStrike">
                <a:solidFill>
                  <a:srgbClr val="000000"/>
                </a:solidFill>
                <a:latin typeface="FreeSans"/>
              </a:rPr>
              <a:t>et</a:t>
            </a:r>
            <a:endParaRPr b="0" lang="en-US" sz="2100" spc="-1" strike="noStrike">
              <a:latin typeface="FreeSans"/>
            </a:endParaRPr>
          </a:p>
          <a:p>
            <a:pPr algn="just">
              <a:lnSpc>
                <a:spcPct val="100000"/>
              </a:lnSpc>
              <a:spcBef>
                <a:spcPts val="3393"/>
              </a:spcBef>
              <a:buNone/>
            </a:pPr>
            <a:r>
              <a:rPr b="0" lang="en-US" sz="2100" spc="52" strike="noStrike">
                <a:solidFill>
                  <a:srgbClr val="000000"/>
                </a:solidFill>
                <a:latin typeface="FreeSans"/>
              </a:rPr>
              <a:t>C</a:t>
            </a:r>
            <a:r>
              <a:rPr b="0" lang="en-US" sz="2100" spc="52" strike="noStrike">
                <a:solidFill>
                  <a:srgbClr val="000000"/>
                </a:solidFill>
                <a:latin typeface="FreeSans"/>
              </a:rPr>
              <a:t>a</a:t>
            </a:r>
            <a:r>
              <a:rPr b="0" lang="en-US" sz="2100" spc="52" strike="noStrike">
                <a:solidFill>
                  <a:srgbClr val="000000"/>
                </a:solidFill>
                <a:latin typeface="FreeSans"/>
              </a:rPr>
              <a:t>n</a:t>
            </a:r>
            <a:r>
              <a:rPr b="0" lang="en-US" sz="2100" spc="52" strike="noStrike">
                <a:solidFill>
                  <a:srgbClr val="000000"/>
                </a:solidFill>
                <a:latin typeface="FreeSans"/>
              </a:rPr>
              <a:t>di</a:t>
            </a:r>
            <a:r>
              <a:rPr b="0" lang="en-US" sz="2100" spc="52" strike="noStrike">
                <a:solidFill>
                  <a:srgbClr val="000000"/>
                </a:solidFill>
                <a:latin typeface="FreeSans"/>
              </a:rPr>
              <a:t>d</a:t>
            </a:r>
            <a:r>
              <a:rPr b="0" lang="en-US" sz="2100" spc="52" strike="noStrike">
                <a:solidFill>
                  <a:srgbClr val="000000"/>
                </a:solidFill>
                <a:latin typeface="FreeSans"/>
              </a:rPr>
              <a:t>at</a:t>
            </a:r>
            <a:r>
              <a:rPr b="0" lang="en-US" sz="2100" spc="52" strike="noStrike">
                <a:solidFill>
                  <a:srgbClr val="000000"/>
                </a:solidFill>
                <a:latin typeface="FreeSans"/>
              </a:rPr>
              <a:t>e(</a:t>
            </a:r>
            <a:r>
              <a:rPr b="0" lang="en-US" sz="2100" spc="52" strike="noStrike">
                <a:solidFill>
                  <a:srgbClr val="000000"/>
                </a:solidFill>
                <a:latin typeface="FreeSans"/>
              </a:rPr>
              <a:t>s)</a:t>
            </a:r>
            <a:r>
              <a:rPr b="0" lang="en-US" sz="2100" spc="208" strike="noStrike">
                <a:solidFill>
                  <a:srgbClr val="000000"/>
                </a:solidFill>
                <a:latin typeface="FreeSans"/>
              </a:rPr>
              <a:t> </a:t>
            </a:r>
            <a:r>
              <a:rPr b="0" lang="en-US" sz="2100" spc="174" strike="noStrike">
                <a:solidFill>
                  <a:srgbClr val="000000"/>
                </a:solidFill>
                <a:latin typeface="FreeSans"/>
              </a:rPr>
              <a:t>of</a:t>
            </a:r>
            <a:r>
              <a:rPr b="0" lang="en-US" sz="2100" spc="214" strike="noStrike">
                <a:solidFill>
                  <a:srgbClr val="000000"/>
                </a:solidFill>
                <a:latin typeface="FreeSans"/>
              </a:rPr>
              <a:t> </a:t>
            </a:r>
            <a:r>
              <a:rPr b="0" i="1" lang="en-US" sz="2100" spc="-1" strike="noStrike">
                <a:solidFill>
                  <a:srgbClr val="000000"/>
                </a:solidFill>
                <a:latin typeface="FreeSans"/>
              </a:rPr>
              <a:t>d</a:t>
            </a:r>
            <a:r>
              <a:rPr b="0" i="1" lang="en-US" sz="2100" spc="-1" strike="noStrike" baseline="-7000">
                <a:solidFill>
                  <a:srgbClr val="000000"/>
                </a:solidFill>
                <a:latin typeface="FreeSans"/>
              </a:rPr>
              <a:t>5</a:t>
            </a:r>
            <a:r>
              <a:rPr b="0" i="1" lang="en-US" sz="2100" spc="-1" strike="noStrike" baseline="-7000">
                <a:solidFill>
                  <a:srgbClr val="000000"/>
                </a:solidFill>
                <a:latin typeface="FreeSans"/>
              </a:rPr>
              <a:t>/2</a:t>
            </a:r>
            <a:r>
              <a:rPr b="0" i="1" lang="en-US" sz="2100" spc="58" strike="noStrike" baseline="-7000">
                <a:solidFill>
                  <a:srgbClr val="000000"/>
                </a:solidFill>
                <a:latin typeface="FreeSans"/>
              </a:rPr>
              <a:t>  </a:t>
            </a:r>
            <a:r>
              <a:rPr b="0" lang="en-US" sz="2100" spc="-1" strike="noStrike">
                <a:solidFill>
                  <a:srgbClr val="000000"/>
                </a:solidFill>
                <a:latin typeface="FreeSans"/>
              </a:rPr>
              <a:t>st</a:t>
            </a:r>
            <a:r>
              <a:rPr b="0" lang="en-US" sz="2100" spc="-1" strike="noStrike">
                <a:solidFill>
                  <a:srgbClr val="000000"/>
                </a:solidFill>
                <a:latin typeface="FreeSans"/>
              </a:rPr>
              <a:t>at</a:t>
            </a:r>
            <a:r>
              <a:rPr b="0" lang="en-US" sz="2100" spc="-1" strike="noStrike">
                <a:solidFill>
                  <a:srgbClr val="000000"/>
                </a:solidFill>
                <a:latin typeface="FreeSans"/>
              </a:rPr>
              <a:t>e(</a:t>
            </a:r>
            <a:r>
              <a:rPr b="0" lang="en-US" sz="2100" spc="-1" strike="noStrike">
                <a:solidFill>
                  <a:srgbClr val="000000"/>
                </a:solidFill>
                <a:latin typeface="FreeSans"/>
              </a:rPr>
              <a:t>s)</a:t>
            </a:r>
            <a:r>
              <a:rPr b="0" lang="en-US" sz="2100" spc="214" strike="noStrike">
                <a:solidFill>
                  <a:srgbClr val="000000"/>
                </a:solidFill>
                <a:latin typeface="FreeSans"/>
              </a:rPr>
              <a:t> </a:t>
            </a:r>
            <a:r>
              <a:rPr b="0" lang="en-US" sz="2100" spc="49" strike="noStrike">
                <a:solidFill>
                  <a:srgbClr val="000000"/>
                </a:solidFill>
                <a:latin typeface="FreeSans"/>
              </a:rPr>
              <a:t>at</a:t>
            </a:r>
            <a:endParaRPr b="0" lang="en-US" sz="2100" spc="-1" strike="noStrike">
              <a:latin typeface="FreeSans"/>
            </a:endParaRPr>
          </a:p>
          <a:p>
            <a:pPr algn="just">
              <a:lnSpc>
                <a:spcPct val="100000"/>
              </a:lnSpc>
              <a:spcBef>
                <a:spcPts val="1440"/>
              </a:spcBef>
              <a:buNone/>
            </a:pPr>
            <a:r>
              <a:rPr b="0" lang="en-US" sz="2100" spc="162" strike="noStrike">
                <a:solidFill>
                  <a:srgbClr val="000000"/>
                </a:solidFill>
                <a:latin typeface="FreeSans"/>
              </a:rPr>
              <a:t>2</a:t>
            </a:r>
            <a:r>
              <a:rPr b="0" lang="en-US" sz="2100" spc="162" strike="noStrike">
                <a:solidFill>
                  <a:srgbClr val="000000"/>
                </a:solidFill>
                <a:latin typeface="FreeSans"/>
              </a:rPr>
              <a:t>.5</a:t>
            </a:r>
            <a:r>
              <a:rPr b="0" lang="en-US" sz="2100" spc="154" strike="noStrike">
                <a:solidFill>
                  <a:srgbClr val="000000"/>
                </a:solidFill>
                <a:latin typeface="FreeSans"/>
              </a:rPr>
              <a:t> </a:t>
            </a:r>
            <a:r>
              <a:rPr b="0" lang="en-US" sz="2100" spc="-1" strike="noStrike">
                <a:solidFill>
                  <a:srgbClr val="000000"/>
                </a:solidFill>
                <a:latin typeface="FreeSans"/>
              </a:rPr>
              <a:t>M</a:t>
            </a:r>
            <a:r>
              <a:rPr b="0" lang="en-US" sz="2100" spc="-1" strike="noStrike">
                <a:solidFill>
                  <a:srgbClr val="000000"/>
                </a:solidFill>
                <a:latin typeface="FreeSans"/>
              </a:rPr>
              <a:t>e</a:t>
            </a:r>
            <a:r>
              <a:rPr b="0" lang="en-US" sz="2100" spc="-1" strike="noStrike">
                <a:solidFill>
                  <a:srgbClr val="000000"/>
                </a:solidFill>
                <a:latin typeface="FreeSans"/>
              </a:rPr>
              <a:t>V,</a:t>
            </a:r>
            <a:r>
              <a:rPr b="0" lang="en-US" sz="2100" spc="154" strike="noStrike">
                <a:solidFill>
                  <a:srgbClr val="000000"/>
                </a:solidFill>
                <a:latin typeface="FreeSans"/>
              </a:rPr>
              <a:t> </a:t>
            </a:r>
            <a:r>
              <a:rPr b="0" lang="en-US" sz="2100" spc="123" strike="noStrike">
                <a:solidFill>
                  <a:srgbClr val="000000"/>
                </a:solidFill>
                <a:latin typeface="FreeSans"/>
              </a:rPr>
              <a:t>b</a:t>
            </a:r>
            <a:r>
              <a:rPr b="0" lang="en-US" sz="2100" spc="123" strike="noStrike">
                <a:solidFill>
                  <a:srgbClr val="000000"/>
                </a:solidFill>
                <a:latin typeface="FreeSans"/>
              </a:rPr>
              <a:t>ut</a:t>
            </a:r>
            <a:r>
              <a:rPr b="0" lang="en-US" sz="2100" spc="154" strike="noStrike">
                <a:solidFill>
                  <a:srgbClr val="000000"/>
                </a:solidFill>
                <a:latin typeface="FreeSans"/>
              </a:rPr>
              <a:t> </a:t>
            </a:r>
            <a:r>
              <a:rPr b="0" i="1" lang="en-US" sz="2100" spc="-1" strike="noStrike">
                <a:solidFill>
                  <a:srgbClr val="000000"/>
                </a:solidFill>
                <a:latin typeface="FreeSans"/>
              </a:rPr>
              <a:t>J</a:t>
            </a:r>
            <a:r>
              <a:rPr b="0" i="1" lang="en-US" sz="2100" spc="-1" strike="noStrike" baseline="18000">
                <a:solidFill>
                  <a:srgbClr val="000000"/>
                </a:solidFill>
                <a:latin typeface="FreeSans"/>
              </a:rPr>
              <a:t>π</a:t>
            </a:r>
            <a:r>
              <a:rPr b="0" i="1" lang="en-US" sz="2100" spc="732" strike="noStrike" baseline="18000">
                <a:solidFill>
                  <a:srgbClr val="000000"/>
                </a:solidFill>
                <a:latin typeface="FreeSans"/>
              </a:rPr>
              <a:t> </a:t>
            </a:r>
            <a:r>
              <a:rPr b="0" lang="en-US" sz="2100" spc="123" strike="noStrike">
                <a:solidFill>
                  <a:srgbClr val="000000"/>
                </a:solidFill>
                <a:latin typeface="FreeSans"/>
              </a:rPr>
              <a:t>n</a:t>
            </a:r>
            <a:r>
              <a:rPr b="0" lang="en-US" sz="2100" spc="123" strike="noStrike">
                <a:solidFill>
                  <a:srgbClr val="000000"/>
                </a:solidFill>
                <a:latin typeface="FreeSans"/>
              </a:rPr>
              <a:t>ot</a:t>
            </a:r>
            <a:r>
              <a:rPr b="0" lang="en-US" sz="2100" spc="154" strike="noStrike">
                <a:solidFill>
                  <a:srgbClr val="000000"/>
                </a:solidFill>
                <a:latin typeface="FreeSans"/>
              </a:rPr>
              <a:t> </a:t>
            </a:r>
            <a:r>
              <a:rPr b="0" lang="en-US" sz="2100" spc="103" strike="noStrike">
                <a:solidFill>
                  <a:srgbClr val="000000"/>
                </a:solidFill>
                <a:latin typeface="FreeSans"/>
              </a:rPr>
              <a:t>c</a:t>
            </a:r>
            <a:r>
              <a:rPr b="0" lang="en-US" sz="2100" spc="103" strike="noStrike">
                <a:solidFill>
                  <a:srgbClr val="000000"/>
                </a:solidFill>
                <a:latin typeface="FreeSans"/>
              </a:rPr>
              <a:t>o</a:t>
            </a:r>
            <a:r>
              <a:rPr b="0" lang="en-US" sz="2100" spc="103" strike="noStrike">
                <a:solidFill>
                  <a:srgbClr val="000000"/>
                </a:solidFill>
                <a:latin typeface="FreeSans"/>
              </a:rPr>
              <a:t>n</a:t>
            </a:r>
            <a:r>
              <a:rPr b="0" lang="en-US" sz="2100" spc="103" strike="noStrike">
                <a:solidFill>
                  <a:srgbClr val="000000"/>
                </a:solidFill>
                <a:latin typeface="FreeSans"/>
              </a:rPr>
              <a:t>cl</a:t>
            </a:r>
            <a:r>
              <a:rPr b="0" lang="en-US" sz="2100" spc="103" strike="noStrike">
                <a:solidFill>
                  <a:srgbClr val="000000"/>
                </a:solidFill>
                <a:latin typeface="FreeSans"/>
              </a:rPr>
              <a:t>u</a:t>
            </a:r>
            <a:r>
              <a:rPr b="0" lang="en-US" sz="2100" spc="103" strike="noStrike">
                <a:solidFill>
                  <a:srgbClr val="000000"/>
                </a:solidFill>
                <a:latin typeface="FreeSans"/>
              </a:rPr>
              <a:t>d</a:t>
            </a:r>
            <a:r>
              <a:rPr b="0" lang="en-US" sz="2100" spc="103" strike="noStrike">
                <a:solidFill>
                  <a:srgbClr val="000000"/>
                </a:solidFill>
                <a:latin typeface="FreeSans"/>
              </a:rPr>
              <a:t>e</a:t>
            </a:r>
            <a:r>
              <a:rPr b="0" lang="en-US" sz="2100" spc="103" strike="noStrike">
                <a:solidFill>
                  <a:srgbClr val="000000"/>
                </a:solidFill>
                <a:latin typeface="FreeSans"/>
              </a:rPr>
              <a:t>d</a:t>
            </a:r>
            <a:endParaRPr b="0" lang="en-US" sz="2100" spc="-1" strike="noStrike">
              <a:latin typeface="FreeSans"/>
            </a:endParaRPr>
          </a:p>
          <a:p>
            <a:pPr algn="just">
              <a:lnSpc>
                <a:spcPct val="139000"/>
              </a:lnSpc>
              <a:spcBef>
                <a:spcPts val="1664"/>
              </a:spcBef>
              <a:buNone/>
            </a:pPr>
            <a:r>
              <a:rPr b="0" lang="en-US" sz="2100" spc="-307" strike="noStrike">
                <a:solidFill>
                  <a:srgbClr val="000000"/>
                </a:solidFill>
                <a:latin typeface="FreeSans"/>
              </a:rPr>
              <a:t>-</a:t>
            </a:r>
            <a:r>
              <a:rPr b="0" lang="en-US" sz="2100" spc="-511" strike="noStrike">
                <a:solidFill>
                  <a:srgbClr val="000000"/>
                </a:solidFill>
                <a:latin typeface="FreeSans"/>
              </a:rPr>
              <a:t>&gt;</a:t>
            </a:r>
            <a:r>
              <a:rPr b="0" lang="en-US" sz="2100" spc="128" strike="noStrike">
                <a:solidFill>
                  <a:srgbClr val="000000"/>
                </a:solidFill>
                <a:latin typeface="FreeSans"/>
              </a:rPr>
              <a:t> </a:t>
            </a:r>
            <a:r>
              <a:rPr b="0" lang="en-US" sz="2100" spc="89" strike="noStrike">
                <a:solidFill>
                  <a:srgbClr val="000000"/>
                </a:solidFill>
                <a:latin typeface="FreeSans"/>
              </a:rPr>
              <a:t>D</a:t>
            </a:r>
            <a:r>
              <a:rPr b="0" lang="en-US" sz="2100" spc="89" strike="noStrike">
                <a:solidFill>
                  <a:srgbClr val="000000"/>
                </a:solidFill>
                <a:latin typeface="FreeSans"/>
              </a:rPr>
              <a:t>et</a:t>
            </a:r>
            <a:r>
              <a:rPr b="0" lang="en-US" sz="2100" spc="89" strike="noStrike">
                <a:solidFill>
                  <a:srgbClr val="000000"/>
                </a:solidFill>
                <a:latin typeface="FreeSans"/>
              </a:rPr>
              <a:t>e</a:t>
            </a:r>
            <a:r>
              <a:rPr b="0" lang="en-US" sz="2100" spc="89" strike="noStrike">
                <a:solidFill>
                  <a:srgbClr val="000000"/>
                </a:solidFill>
                <a:latin typeface="FreeSans"/>
              </a:rPr>
              <a:t>r</a:t>
            </a:r>
            <a:r>
              <a:rPr b="0" lang="en-US" sz="2100" spc="89" strike="noStrike">
                <a:solidFill>
                  <a:srgbClr val="000000"/>
                </a:solidFill>
                <a:latin typeface="FreeSans"/>
              </a:rPr>
              <a:t>m</a:t>
            </a:r>
            <a:r>
              <a:rPr b="0" lang="en-US" sz="2100" spc="89" strike="noStrike">
                <a:solidFill>
                  <a:srgbClr val="000000"/>
                </a:solidFill>
                <a:latin typeface="FreeSans"/>
              </a:rPr>
              <a:t>in</a:t>
            </a:r>
            <a:r>
              <a:rPr b="0" lang="en-US" sz="2100" spc="89" strike="noStrike">
                <a:solidFill>
                  <a:srgbClr val="000000"/>
                </a:solidFill>
                <a:latin typeface="FreeSans"/>
              </a:rPr>
              <a:t>e</a:t>
            </a:r>
            <a:r>
              <a:rPr b="0" lang="en-US" sz="2100" spc="128" strike="noStrike">
                <a:solidFill>
                  <a:srgbClr val="000000"/>
                </a:solidFill>
                <a:latin typeface="FreeSans"/>
              </a:rPr>
              <a:t> </a:t>
            </a:r>
            <a:r>
              <a:rPr b="0" i="1" lang="en-US" sz="2100" spc="-12" strike="noStrike">
                <a:solidFill>
                  <a:srgbClr val="000000"/>
                </a:solidFill>
                <a:latin typeface="FreeSans"/>
              </a:rPr>
              <a:t>E</a:t>
            </a:r>
            <a:r>
              <a:rPr b="0" lang="en-US" sz="2100" spc="-12" strike="noStrike">
                <a:solidFill>
                  <a:srgbClr val="000000"/>
                </a:solidFill>
                <a:latin typeface="FreeSans"/>
              </a:rPr>
              <a:t>x</a:t>
            </a:r>
            <a:r>
              <a:rPr b="0" lang="en-US" sz="2100" spc="228" strike="noStrike">
                <a:solidFill>
                  <a:srgbClr val="000000"/>
                </a:solidFill>
                <a:latin typeface="FreeSans"/>
              </a:rPr>
              <a:t> </a:t>
            </a:r>
            <a:r>
              <a:rPr b="0" lang="en-US" sz="2100" spc="174" strike="noStrike">
                <a:solidFill>
                  <a:srgbClr val="000000"/>
                </a:solidFill>
                <a:latin typeface="FreeSans"/>
              </a:rPr>
              <a:t>of</a:t>
            </a:r>
            <a:r>
              <a:rPr b="0" lang="en-US" sz="2100" spc="128" strike="noStrike">
                <a:solidFill>
                  <a:srgbClr val="000000"/>
                </a:solidFill>
                <a:latin typeface="FreeSans"/>
              </a:rPr>
              <a:t> </a:t>
            </a:r>
            <a:r>
              <a:rPr b="0" i="1" lang="en-US" sz="2100" spc="-1" strike="noStrike">
                <a:solidFill>
                  <a:srgbClr val="000000"/>
                </a:solidFill>
                <a:latin typeface="FreeSans"/>
              </a:rPr>
              <a:t>d</a:t>
            </a:r>
            <a:r>
              <a:rPr b="0" i="1" lang="en-US" sz="2100" spc="-1" strike="noStrike" baseline="-7000">
                <a:solidFill>
                  <a:srgbClr val="000000"/>
                </a:solidFill>
                <a:latin typeface="FreeSans"/>
              </a:rPr>
              <a:t>5</a:t>
            </a:r>
            <a:r>
              <a:rPr b="0" i="1" lang="en-US" sz="2100" spc="-1" strike="noStrike" baseline="-7000">
                <a:solidFill>
                  <a:srgbClr val="000000"/>
                </a:solidFill>
                <a:latin typeface="FreeSans"/>
              </a:rPr>
              <a:t>/2</a:t>
            </a:r>
            <a:r>
              <a:rPr b="0" i="1" lang="en-US" sz="2100" spc="695" strike="noStrike" baseline="-7000">
                <a:solidFill>
                  <a:srgbClr val="000000"/>
                </a:solidFill>
                <a:latin typeface="FreeSans"/>
              </a:rPr>
              <a:t> </a:t>
            </a:r>
            <a:r>
              <a:rPr b="0" lang="en-US" sz="2100" spc="32" strike="noStrike">
                <a:solidFill>
                  <a:srgbClr val="000000"/>
                </a:solidFill>
                <a:latin typeface="FreeSans"/>
              </a:rPr>
              <a:t>st</a:t>
            </a:r>
            <a:r>
              <a:rPr b="0" lang="en-US" sz="2100" spc="32" strike="noStrike">
                <a:solidFill>
                  <a:srgbClr val="000000"/>
                </a:solidFill>
                <a:latin typeface="FreeSans"/>
              </a:rPr>
              <a:t>at</a:t>
            </a:r>
            <a:r>
              <a:rPr b="0" lang="en-US" sz="2100" spc="32" strike="noStrike">
                <a:solidFill>
                  <a:srgbClr val="000000"/>
                </a:solidFill>
                <a:latin typeface="FreeSans"/>
              </a:rPr>
              <a:t>e(</a:t>
            </a:r>
            <a:r>
              <a:rPr b="0" lang="en-US" sz="2100" spc="32" strike="noStrike">
                <a:solidFill>
                  <a:srgbClr val="000000"/>
                </a:solidFill>
                <a:latin typeface="FreeSans"/>
              </a:rPr>
              <a:t>s)</a:t>
            </a:r>
            <a:r>
              <a:rPr b="0" lang="en-US" sz="2100" spc="18" strike="noStrike">
                <a:solidFill>
                  <a:srgbClr val="000000"/>
                </a:solidFill>
                <a:latin typeface="FreeSans"/>
              </a:rPr>
              <a:t> </a:t>
            </a:r>
            <a:r>
              <a:rPr b="0" lang="en-US" sz="2100" spc="103" strike="noStrike">
                <a:solidFill>
                  <a:srgbClr val="000000"/>
                </a:solidFill>
                <a:latin typeface="FreeSans"/>
              </a:rPr>
              <a:t>C</a:t>
            </a:r>
            <a:r>
              <a:rPr b="0" lang="en-US" sz="2100" spc="103" strike="noStrike">
                <a:solidFill>
                  <a:srgbClr val="000000"/>
                </a:solidFill>
                <a:latin typeface="FreeSans"/>
              </a:rPr>
              <a:t>o</a:t>
            </a:r>
            <a:r>
              <a:rPr b="0" lang="en-US" sz="2100" spc="103" strike="noStrike">
                <a:solidFill>
                  <a:srgbClr val="000000"/>
                </a:solidFill>
                <a:latin typeface="FreeSans"/>
              </a:rPr>
              <a:t>n</a:t>
            </a:r>
            <a:r>
              <a:rPr b="0" lang="en-US" sz="2100" spc="103" strike="noStrike">
                <a:solidFill>
                  <a:srgbClr val="000000"/>
                </a:solidFill>
                <a:latin typeface="FreeSans"/>
              </a:rPr>
              <a:t>cl</a:t>
            </a:r>
            <a:r>
              <a:rPr b="0" lang="en-US" sz="2100" spc="103" strike="noStrike">
                <a:solidFill>
                  <a:srgbClr val="000000"/>
                </a:solidFill>
                <a:latin typeface="FreeSans"/>
              </a:rPr>
              <a:t>u</a:t>
            </a:r>
            <a:r>
              <a:rPr b="0" lang="en-US" sz="2100" spc="103" strike="noStrike">
                <a:solidFill>
                  <a:srgbClr val="000000"/>
                </a:solidFill>
                <a:latin typeface="FreeSans"/>
              </a:rPr>
              <a:t>d</a:t>
            </a:r>
            <a:r>
              <a:rPr b="0" lang="en-US" sz="2100" spc="103" strike="noStrike">
                <a:solidFill>
                  <a:srgbClr val="000000"/>
                </a:solidFill>
                <a:latin typeface="FreeSans"/>
              </a:rPr>
              <a:t>e</a:t>
            </a:r>
            <a:r>
              <a:rPr b="0" lang="en-US" sz="2100" spc="128" strike="noStrike">
                <a:solidFill>
                  <a:srgbClr val="000000"/>
                </a:solidFill>
                <a:latin typeface="FreeSans"/>
              </a:rPr>
              <a:t> </a:t>
            </a:r>
            <a:r>
              <a:rPr b="0" i="1" lang="en-US" sz="2100" spc="43" strike="noStrike">
                <a:solidFill>
                  <a:srgbClr val="000000"/>
                </a:solidFill>
                <a:latin typeface="FreeSans"/>
              </a:rPr>
              <a:t>J</a:t>
            </a:r>
            <a:r>
              <a:rPr b="0" i="1" lang="en-US" sz="2100" spc="66" strike="noStrike" baseline="18000">
                <a:solidFill>
                  <a:srgbClr val="000000"/>
                </a:solidFill>
                <a:latin typeface="FreeSans"/>
              </a:rPr>
              <a:t>π</a:t>
            </a:r>
            <a:r>
              <a:rPr b="0" i="1" lang="en-US" sz="2100" spc="231" strike="noStrike" baseline="18000">
                <a:solidFill>
                  <a:srgbClr val="000000"/>
                </a:solidFill>
                <a:latin typeface="FreeSans"/>
              </a:rPr>
              <a:t> </a:t>
            </a:r>
            <a:r>
              <a:rPr b="0" lang="en-US" sz="2100" spc="83" strike="noStrike">
                <a:solidFill>
                  <a:srgbClr val="000000"/>
                </a:solidFill>
                <a:latin typeface="FreeSans"/>
              </a:rPr>
              <a:t>a</a:t>
            </a:r>
            <a:r>
              <a:rPr b="0" lang="en-US" sz="2100" spc="83" strike="noStrike">
                <a:solidFill>
                  <a:srgbClr val="000000"/>
                </a:solidFill>
                <a:latin typeface="FreeSans"/>
              </a:rPr>
              <a:t>s</a:t>
            </a:r>
            <a:r>
              <a:rPr b="0" lang="en-US" sz="2100" spc="83" strike="noStrike">
                <a:solidFill>
                  <a:srgbClr val="000000"/>
                </a:solidFill>
                <a:latin typeface="FreeSans"/>
              </a:rPr>
              <a:t>si</a:t>
            </a:r>
            <a:r>
              <a:rPr b="0" lang="en-US" sz="2100" spc="83" strike="noStrike">
                <a:solidFill>
                  <a:srgbClr val="000000"/>
                </a:solidFill>
                <a:latin typeface="FreeSans"/>
              </a:rPr>
              <a:t>g</a:t>
            </a:r>
            <a:r>
              <a:rPr b="0" lang="en-US" sz="2100" spc="83" strike="noStrike">
                <a:solidFill>
                  <a:srgbClr val="000000"/>
                </a:solidFill>
                <a:latin typeface="FreeSans"/>
              </a:rPr>
              <a:t>n</a:t>
            </a:r>
            <a:r>
              <a:rPr b="0" lang="en-US" sz="2100" spc="83" strike="noStrike">
                <a:solidFill>
                  <a:srgbClr val="000000"/>
                </a:solidFill>
                <a:latin typeface="FreeSans"/>
              </a:rPr>
              <a:t>m</a:t>
            </a:r>
            <a:r>
              <a:rPr b="0" lang="en-US" sz="2100" spc="83" strike="noStrike">
                <a:solidFill>
                  <a:srgbClr val="000000"/>
                </a:solidFill>
                <a:latin typeface="FreeSans"/>
              </a:rPr>
              <a:t>e</a:t>
            </a:r>
            <a:r>
              <a:rPr b="0" lang="en-US" sz="2100" spc="83" strike="noStrike">
                <a:solidFill>
                  <a:srgbClr val="000000"/>
                </a:solidFill>
                <a:latin typeface="FreeSans"/>
              </a:rPr>
              <a:t>nt</a:t>
            </a:r>
            <a:r>
              <a:rPr b="0" lang="en-US" sz="2100" spc="128" strike="noStrike">
                <a:solidFill>
                  <a:srgbClr val="000000"/>
                </a:solidFill>
                <a:latin typeface="FreeSans"/>
              </a:rPr>
              <a:t> </a:t>
            </a:r>
            <a:r>
              <a:rPr b="0" lang="en-US" sz="2100" spc="174" strike="noStrike">
                <a:solidFill>
                  <a:srgbClr val="000000"/>
                </a:solidFill>
                <a:latin typeface="FreeSans"/>
              </a:rPr>
              <a:t>fr</a:t>
            </a:r>
            <a:r>
              <a:rPr b="0" lang="en-US" sz="2100" spc="174" strike="noStrike">
                <a:solidFill>
                  <a:srgbClr val="000000"/>
                </a:solidFill>
                <a:latin typeface="FreeSans"/>
              </a:rPr>
              <a:t>o</a:t>
            </a:r>
            <a:r>
              <a:rPr b="0" lang="en-US" sz="2100" spc="174" strike="noStrike">
                <a:solidFill>
                  <a:srgbClr val="000000"/>
                </a:solidFill>
                <a:latin typeface="FreeSans"/>
              </a:rPr>
              <a:t>m</a:t>
            </a:r>
            <a:r>
              <a:rPr b="0" lang="en-US" sz="2100" spc="94" strike="noStrike">
                <a:solidFill>
                  <a:srgbClr val="000000"/>
                </a:solidFill>
                <a:latin typeface="FreeSans"/>
              </a:rPr>
              <a:t> </a:t>
            </a:r>
            <a:r>
              <a:rPr b="0" lang="en-US" sz="2100" spc="77" strike="noStrike">
                <a:solidFill>
                  <a:srgbClr val="000000"/>
                </a:solidFill>
                <a:latin typeface="FreeSans"/>
              </a:rPr>
              <a:t>a</a:t>
            </a:r>
            <a:r>
              <a:rPr b="0" lang="en-US" sz="2100" spc="77" strike="noStrike">
                <a:solidFill>
                  <a:srgbClr val="000000"/>
                </a:solidFill>
                <a:latin typeface="FreeSans"/>
              </a:rPr>
              <a:t>n</a:t>
            </a:r>
            <a:r>
              <a:rPr b="0" lang="en-US" sz="2100" spc="77" strike="noStrike">
                <a:solidFill>
                  <a:srgbClr val="000000"/>
                </a:solidFill>
                <a:latin typeface="FreeSans"/>
              </a:rPr>
              <a:t>g</a:t>
            </a:r>
            <a:r>
              <a:rPr b="0" lang="en-US" sz="2100" spc="77" strike="noStrike">
                <a:solidFill>
                  <a:srgbClr val="000000"/>
                </a:solidFill>
                <a:latin typeface="FreeSans"/>
              </a:rPr>
              <a:t>ul</a:t>
            </a:r>
            <a:r>
              <a:rPr b="0" lang="en-US" sz="2100" spc="77" strike="noStrike">
                <a:solidFill>
                  <a:srgbClr val="000000"/>
                </a:solidFill>
                <a:latin typeface="FreeSans"/>
              </a:rPr>
              <a:t>ar</a:t>
            </a:r>
            <a:r>
              <a:rPr b="0" lang="en-US" sz="2100" spc="128" strike="noStrike">
                <a:solidFill>
                  <a:srgbClr val="000000"/>
                </a:solidFill>
                <a:latin typeface="FreeSans"/>
              </a:rPr>
              <a:t> </a:t>
            </a:r>
            <a:r>
              <a:rPr b="0" lang="en-US" sz="2100" spc="83" strike="noStrike">
                <a:solidFill>
                  <a:srgbClr val="000000"/>
                </a:solidFill>
                <a:latin typeface="FreeSans"/>
              </a:rPr>
              <a:t>di</a:t>
            </a:r>
            <a:r>
              <a:rPr b="0" lang="en-US" sz="2100" spc="83" strike="noStrike">
                <a:solidFill>
                  <a:srgbClr val="000000"/>
                </a:solidFill>
                <a:latin typeface="FreeSans"/>
              </a:rPr>
              <a:t>st</a:t>
            </a:r>
            <a:r>
              <a:rPr b="0" lang="en-US" sz="2100" spc="83" strike="noStrike">
                <a:solidFill>
                  <a:srgbClr val="000000"/>
                </a:solidFill>
                <a:latin typeface="FreeSans"/>
              </a:rPr>
              <a:t>ri</a:t>
            </a:r>
            <a:r>
              <a:rPr b="0" lang="en-US" sz="2100" spc="83" strike="noStrike">
                <a:solidFill>
                  <a:srgbClr val="000000"/>
                </a:solidFill>
                <a:latin typeface="FreeSans"/>
              </a:rPr>
              <a:t>b</a:t>
            </a:r>
            <a:r>
              <a:rPr b="0" lang="en-US" sz="2100" spc="83" strike="noStrike">
                <a:solidFill>
                  <a:srgbClr val="000000"/>
                </a:solidFill>
                <a:latin typeface="FreeSans"/>
              </a:rPr>
              <a:t>ut</a:t>
            </a:r>
            <a:r>
              <a:rPr b="0" lang="en-US" sz="2100" spc="83" strike="noStrike">
                <a:solidFill>
                  <a:srgbClr val="000000"/>
                </a:solidFill>
                <a:latin typeface="FreeSans"/>
              </a:rPr>
              <a:t>io</a:t>
            </a:r>
            <a:r>
              <a:rPr b="0" lang="en-US" sz="2100" spc="83" strike="noStrike">
                <a:solidFill>
                  <a:srgbClr val="000000"/>
                </a:solidFill>
                <a:latin typeface="FreeSans"/>
              </a:rPr>
              <a:t>n</a:t>
            </a:r>
            <a:endParaRPr b="0" lang="en-US" sz="2100" spc="-1" strike="noStrike">
              <a:latin typeface="FreeSans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7315200" y="4114800"/>
            <a:ext cx="5476680" cy="6886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228600" y="139680"/>
            <a:ext cx="8348400" cy="7747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5000" spc="148" strike="noStrike">
                <a:solidFill>
                  <a:srgbClr val="000000"/>
                </a:solidFill>
                <a:latin typeface="Yu Gothic"/>
              </a:rPr>
              <a:t>E</a:t>
            </a:r>
            <a:r>
              <a:rPr b="0" lang="en-US" sz="5000" spc="148" strike="noStrike">
                <a:solidFill>
                  <a:srgbClr val="000000"/>
                </a:solidFill>
                <a:latin typeface="Yu Gothic"/>
              </a:rPr>
              <a:t>x</a:t>
            </a:r>
            <a:r>
              <a:rPr b="0" lang="en-US" sz="5000" spc="148" strike="noStrike">
                <a:solidFill>
                  <a:srgbClr val="000000"/>
                </a:solidFill>
                <a:latin typeface="Yu Gothic"/>
              </a:rPr>
              <a:t>p</a:t>
            </a:r>
            <a:r>
              <a:rPr b="0" lang="en-US" sz="5000" spc="148" strike="noStrike">
                <a:solidFill>
                  <a:srgbClr val="000000"/>
                </a:solidFill>
                <a:latin typeface="Yu Gothic"/>
              </a:rPr>
              <a:t>e</a:t>
            </a:r>
            <a:r>
              <a:rPr b="0" lang="en-US" sz="5000" spc="148" strike="noStrike">
                <a:solidFill>
                  <a:srgbClr val="000000"/>
                </a:solidFill>
                <a:latin typeface="Yu Gothic"/>
              </a:rPr>
              <a:t>r</a:t>
            </a:r>
            <a:r>
              <a:rPr b="0" lang="en-US" sz="5000" spc="148" strike="noStrike">
                <a:solidFill>
                  <a:srgbClr val="000000"/>
                </a:solidFill>
                <a:latin typeface="Yu Gothic"/>
              </a:rPr>
              <a:t>i</a:t>
            </a:r>
            <a:r>
              <a:rPr b="0" lang="en-US" sz="5000" spc="148" strike="noStrike">
                <a:solidFill>
                  <a:srgbClr val="000000"/>
                </a:solidFill>
                <a:latin typeface="Yu Gothic"/>
              </a:rPr>
              <a:t>m</a:t>
            </a:r>
            <a:r>
              <a:rPr b="0" lang="en-US" sz="5000" spc="148" strike="noStrike">
                <a:solidFill>
                  <a:srgbClr val="000000"/>
                </a:solidFill>
                <a:latin typeface="Yu Gothic"/>
              </a:rPr>
              <a:t>e</a:t>
            </a:r>
            <a:r>
              <a:rPr b="0" lang="en-US" sz="5000" spc="148" strike="noStrike">
                <a:solidFill>
                  <a:srgbClr val="000000"/>
                </a:solidFill>
                <a:latin typeface="Yu Gothic"/>
              </a:rPr>
              <a:t>n</a:t>
            </a:r>
            <a:r>
              <a:rPr b="0" lang="en-US" sz="5000" spc="148" strike="noStrike">
                <a:solidFill>
                  <a:srgbClr val="000000"/>
                </a:solidFill>
                <a:latin typeface="Yu Gothic"/>
              </a:rPr>
              <a:t>t</a:t>
            </a:r>
            <a:r>
              <a:rPr b="0" lang="en-US" sz="5000" spc="148" strike="noStrike">
                <a:solidFill>
                  <a:srgbClr val="000000"/>
                </a:solidFill>
                <a:latin typeface="Yu Gothic"/>
              </a:rPr>
              <a:t>a</a:t>
            </a:r>
            <a:r>
              <a:rPr b="0" lang="en-US" sz="5000" spc="148" strike="noStrike">
                <a:solidFill>
                  <a:srgbClr val="000000"/>
                </a:solidFill>
                <a:latin typeface="Yu Gothic"/>
              </a:rPr>
              <a:t>l</a:t>
            </a:r>
            <a:r>
              <a:rPr b="0" lang="en-US" sz="5000" spc="242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0" lang="en-US" sz="5000" spc="202" strike="noStrike">
                <a:solidFill>
                  <a:srgbClr val="000000"/>
                </a:solidFill>
                <a:latin typeface="Yu Gothic"/>
              </a:rPr>
              <a:t>S</a:t>
            </a:r>
            <a:r>
              <a:rPr b="0" lang="en-US" sz="5000" spc="202" strike="noStrike">
                <a:solidFill>
                  <a:srgbClr val="000000"/>
                </a:solidFill>
                <a:latin typeface="Yu Gothic"/>
              </a:rPr>
              <a:t>e</a:t>
            </a:r>
            <a:r>
              <a:rPr b="0" lang="en-US" sz="5000" spc="202" strike="noStrike">
                <a:solidFill>
                  <a:srgbClr val="000000"/>
                </a:solidFill>
                <a:latin typeface="Yu Gothic"/>
              </a:rPr>
              <a:t>t</a:t>
            </a:r>
            <a:r>
              <a:rPr b="0" lang="en-US" sz="5000" spc="202" strike="noStrike">
                <a:solidFill>
                  <a:srgbClr val="000000"/>
                </a:solidFill>
                <a:latin typeface="Yu Gothic"/>
              </a:rPr>
              <a:t>u</a:t>
            </a:r>
            <a:r>
              <a:rPr b="0" lang="en-US" sz="5000" spc="202" strike="noStrike">
                <a:solidFill>
                  <a:srgbClr val="000000"/>
                </a:solidFill>
                <a:latin typeface="Yu Gothic"/>
              </a:rPr>
              <a:t>p</a:t>
            </a:r>
            <a:endParaRPr b="0" lang="en-US" sz="5000" spc="-1" strike="noStrike">
              <a:latin typeface="Arial"/>
            </a:endParaRPr>
          </a:p>
        </p:txBody>
      </p:sp>
      <p:sp>
        <p:nvSpPr>
          <p:cNvPr id="111" name="object 41"/>
          <p:cNvSpPr/>
          <p:nvPr/>
        </p:nvSpPr>
        <p:spPr>
          <a:xfrm>
            <a:off x="7915680" y="284760"/>
            <a:ext cx="608040" cy="183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107280" tIns="0" bIns="0" anchor="t" vert="vert270" rot="16200000">
            <a:noAutofit/>
          </a:bodyPr>
          <a:p>
            <a:pPr marL="12600">
              <a:lnSpc>
                <a:spcPct val="100000"/>
              </a:lnSpc>
              <a:spcBef>
                <a:spcPts val="845"/>
              </a:spcBef>
              <a:buNone/>
            </a:pPr>
            <a:r>
              <a:rPr b="0" lang="en-US" sz="2800" spc="117" strike="noStrike">
                <a:latin typeface="Yu Gothic"/>
              </a:rPr>
              <a:t>Chambers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12" name="object 42"/>
          <p:cNvSpPr/>
          <p:nvPr/>
        </p:nvSpPr>
        <p:spPr>
          <a:xfrm>
            <a:off x="8790480" y="303120"/>
            <a:ext cx="608040" cy="13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107280" tIns="0" bIns="0" anchor="t" vert="vert270" rot="16200000">
            <a:noAutofit/>
          </a:bodyPr>
          <a:p>
            <a:pPr marL="12600">
              <a:lnSpc>
                <a:spcPct val="100000"/>
              </a:lnSpc>
              <a:spcBef>
                <a:spcPts val="845"/>
              </a:spcBef>
              <a:buNone/>
            </a:pPr>
            <a:r>
              <a:rPr b="0" lang="en-US" sz="2800" spc="-12" strike="noStrike">
                <a:latin typeface="Yu Gothic"/>
              </a:rPr>
              <a:t>Ionizing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13" name="object 45"/>
          <p:cNvSpPr/>
          <p:nvPr/>
        </p:nvSpPr>
        <p:spPr>
          <a:xfrm>
            <a:off x="10106280" y="37440"/>
            <a:ext cx="608040" cy="188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107280" tIns="0" bIns="0" anchor="t" vert="vert270" rot="16200000">
            <a:noAutofit/>
          </a:bodyPr>
          <a:p>
            <a:pPr marL="12600">
              <a:lnSpc>
                <a:spcPct val="100000"/>
              </a:lnSpc>
              <a:spcBef>
                <a:spcPts val="845"/>
              </a:spcBef>
              <a:buNone/>
            </a:pPr>
            <a:r>
              <a:rPr b="0" lang="en-US" sz="2800" spc="43" strike="noStrike">
                <a:latin typeface="Yu Gothic"/>
              </a:rPr>
              <a:t>Scintillator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114" name=""/>
          <p:cNvGrpSpPr/>
          <p:nvPr/>
        </p:nvGrpSpPr>
        <p:grpSpPr>
          <a:xfrm>
            <a:off x="-914400" y="-6629400"/>
            <a:ext cx="20020680" cy="16002000"/>
            <a:chOff x="-914400" y="-6629400"/>
            <a:chExt cx="20020680" cy="16002000"/>
          </a:xfrm>
        </p:grpSpPr>
        <p:grpSp>
          <p:nvGrpSpPr>
            <p:cNvPr id="115" name=""/>
            <p:cNvGrpSpPr/>
            <p:nvPr/>
          </p:nvGrpSpPr>
          <p:grpSpPr>
            <a:xfrm>
              <a:off x="-914400" y="1828800"/>
              <a:ext cx="14378760" cy="5137200"/>
              <a:chOff x="-914400" y="1828800"/>
              <a:chExt cx="14378760" cy="5137200"/>
            </a:xfrm>
          </p:grpSpPr>
          <p:pic>
            <p:nvPicPr>
              <p:cNvPr id="116" name="" descr=""/>
              <p:cNvPicPr/>
              <p:nvPr/>
            </p:nvPicPr>
            <p:blipFill>
              <a:blip r:embed="rId1"/>
              <a:srcRect l="0" t="0" r="0" b="20297"/>
              <a:stretch/>
            </p:blipFill>
            <p:spPr>
              <a:xfrm>
                <a:off x="-914400" y="1828800"/>
                <a:ext cx="14378760" cy="513720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17" name=""/>
            <p:cNvSpPr/>
            <p:nvPr/>
          </p:nvSpPr>
          <p:spPr>
            <a:xfrm>
              <a:off x="8133840" y="-6629400"/>
              <a:ext cx="10972440" cy="968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4800" spc="-1" strike="noStrike" u="sng">
                  <a:solidFill>
                    <a:srgbClr val="eb8803"/>
                  </a:solidFill>
                  <a:uFillTx/>
                  <a:latin typeface="Quanttrando"/>
                  <a:hlinkClick r:id="rId2"/>
                </a:rPr>
                <a:t>MUGAST@LISE</a:t>
              </a:r>
              <a:r>
                <a:rPr b="0" lang="en-US" sz="4800" spc="-1" strike="noStrike">
                  <a:solidFill>
                    <a:srgbClr val="000000"/>
                  </a:solidFill>
                  <a:latin typeface="Quanttrando"/>
                </a:rPr>
                <a:t> </a:t>
              </a:r>
              <a:r>
                <a:rPr b="0" lang="en-US" sz="4800" spc="-1" strike="noStrike">
                  <a:solidFill>
                    <a:srgbClr val="000000"/>
                  </a:solidFill>
                  <a:latin typeface="Quanttrando"/>
                </a:rPr>
                <a:t>S</a:t>
              </a:r>
              <a:r>
                <a:rPr b="0" lang="en-US" sz="4800" spc="-1" strike="noStrike">
                  <a:solidFill>
                    <a:srgbClr val="000000"/>
                  </a:solidFill>
                  <a:latin typeface="Quanttrando"/>
                </a:rPr>
                <a:t>e</a:t>
              </a:r>
              <a:r>
                <a:rPr b="0" lang="en-US" sz="4800" spc="-1" strike="noStrike">
                  <a:solidFill>
                    <a:srgbClr val="000000"/>
                  </a:solidFill>
                  <a:latin typeface="Quanttrando"/>
                </a:rPr>
                <a:t>t</a:t>
              </a:r>
              <a:r>
                <a:rPr b="0" lang="en-US" sz="4800" spc="-1" strike="noStrike">
                  <a:solidFill>
                    <a:srgbClr val="000000"/>
                  </a:solidFill>
                  <a:latin typeface="Quanttrando"/>
                </a:rPr>
                <a:t>u</a:t>
              </a:r>
              <a:r>
                <a:rPr b="0" lang="en-US" sz="4800" spc="-1" strike="noStrike">
                  <a:solidFill>
                    <a:srgbClr val="000000"/>
                  </a:solidFill>
                  <a:latin typeface="Quanttrando"/>
                </a:rPr>
                <a:t>p</a:t>
              </a:r>
              <a:r>
                <a:rPr b="0" lang="en-US" sz="4800" spc="-1" strike="noStrike">
                  <a:solidFill>
                    <a:srgbClr val="000000"/>
                  </a:solidFill>
                  <a:latin typeface="Quanttrando"/>
                </a:rPr>
                <a:t> </a:t>
              </a:r>
              <a:r>
                <a:rPr b="0" lang="en-US" sz="4800" spc="-1" strike="noStrike">
                  <a:solidFill>
                    <a:srgbClr val="000000"/>
                  </a:solidFill>
                  <a:latin typeface="Quanttrando"/>
                </a:rPr>
                <a:t>L</a:t>
              </a:r>
              <a:r>
                <a:rPr b="0" lang="en-US" sz="4800" spc="-1" strike="noStrike">
                  <a:solidFill>
                    <a:srgbClr val="000000"/>
                  </a:solidFill>
                  <a:latin typeface="Quanttrando"/>
                </a:rPr>
                <a:t>I</a:t>
              </a:r>
              <a:r>
                <a:rPr b="0" lang="en-US" sz="4800" spc="-1" strike="noStrike">
                  <a:solidFill>
                    <a:srgbClr val="000000"/>
                  </a:solidFill>
                  <a:latin typeface="Quanttrando"/>
                </a:rPr>
                <a:t>S</a:t>
              </a:r>
              <a:r>
                <a:rPr b="0" lang="en-US" sz="4800" spc="-1" strike="noStrike">
                  <a:solidFill>
                    <a:srgbClr val="000000"/>
                  </a:solidFill>
                  <a:latin typeface="Quanttrando"/>
                </a:rPr>
                <a:t>E</a:t>
              </a:r>
              <a:r>
                <a:rPr b="0" lang="en-US" sz="4800" spc="-1" strike="noStrike">
                  <a:solidFill>
                    <a:srgbClr val="000000"/>
                  </a:solidFill>
                  <a:latin typeface="Quanttrando"/>
                </a:rPr>
                <a:t>2</a:t>
              </a:r>
              <a:r>
                <a:rPr b="0" lang="en-US" sz="4800" spc="-1" strike="noStrike">
                  <a:solidFill>
                    <a:srgbClr val="000000"/>
                  </a:solidFill>
                  <a:latin typeface="Quanttrando"/>
                </a:rPr>
                <a:t>0</a:t>
              </a:r>
              <a:r>
                <a:rPr b="0" lang="en-US" sz="4800" spc="-1" strike="noStrike">
                  <a:solidFill>
                    <a:srgbClr val="000000"/>
                  </a:solidFill>
                  <a:latin typeface="Quanttrando"/>
                </a:rPr>
                <a:t>2</a:t>
              </a:r>
              <a:r>
                <a:rPr b="0" lang="en-US" sz="4800" spc="-1" strike="noStrike">
                  <a:solidFill>
                    <a:srgbClr val="000000"/>
                  </a:solidFill>
                  <a:latin typeface="Quanttrando"/>
                </a:rPr>
                <a:t>3</a:t>
              </a:r>
              <a:endParaRPr b="0" lang="en-US" sz="4800" spc="-1" strike="noStrike">
                <a:latin typeface="Arial"/>
              </a:endParaRPr>
            </a:p>
          </p:txBody>
        </p:sp>
        <p:sp>
          <p:nvSpPr>
            <p:cNvPr id="118" name=""/>
            <p:cNvSpPr/>
            <p:nvPr/>
          </p:nvSpPr>
          <p:spPr>
            <a:xfrm>
              <a:off x="4492080" y="6294600"/>
              <a:ext cx="2594520" cy="1935000"/>
            </a:xfrm>
            <a:prstGeom prst="rect">
              <a:avLst/>
            </a:prstGeom>
            <a:solidFill>
              <a:srgbClr val="ffffff">
                <a:alpha val="54000"/>
              </a:srgbClr>
            </a:solidFill>
            <a:ln w="0">
              <a:solidFill>
                <a:srgbClr val="000000"/>
              </a:solidFill>
              <a:prstDash val="sysDot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100" spc="-1" strike="noStrike">
                  <a:solidFill>
                    <a:srgbClr val="000000"/>
                  </a:solidFill>
                  <a:latin typeface="Arial"/>
                </a:rPr>
                <a:t>For (d,p) reaction</a:t>
              </a:r>
              <a:endParaRPr b="0" lang="en-US" sz="21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0" lang="en-US" sz="2100" spc="-1" strike="noStrike">
                  <a:solidFill>
                    <a:srgbClr val="000000"/>
                  </a:solidFill>
                  <a:latin typeface="Arial"/>
                </a:rPr>
                <a:t>5 trapezoidal DSSDs (GRIT)</a:t>
              </a:r>
              <a:endParaRPr b="0" lang="en-US" sz="21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0" lang="en-US" sz="2100" spc="-1" strike="noStrike">
                  <a:solidFill>
                    <a:srgbClr val="000000"/>
                  </a:solidFill>
                  <a:latin typeface="Arial"/>
                </a:rPr>
                <a:t>@ 110</a:t>
              </a:r>
              <a:r>
                <a:rPr b="0" lang="en-US" sz="2100" spc="-1" strike="noStrike" baseline="33000">
                  <a:solidFill>
                    <a:srgbClr val="000000"/>
                  </a:solidFill>
                  <a:latin typeface="Arial"/>
                </a:rPr>
                <a:t>o</a:t>
              </a:r>
              <a:r>
                <a:rPr b="0" lang="en-US" sz="2100" spc="-1" strike="noStrike">
                  <a:solidFill>
                    <a:srgbClr val="000000"/>
                  </a:solidFill>
                  <a:latin typeface="Arial"/>
                </a:rPr>
                <a:t>-170</a:t>
              </a:r>
              <a:r>
                <a:rPr b="0" lang="en-US" sz="2100" spc="-1" strike="noStrike" baseline="33000">
                  <a:solidFill>
                    <a:srgbClr val="000000"/>
                  </a:solidFill>
                  <a:latin typeface="Arial"/>
                </a:rPr>
                <a:t>o</a:t>
              </a:r>
              <a:r>
                <a:rPr b="0" lang="en-US" sz="2100" spc="-1" strike="noStrike">
                  <a:solidFill>
                    <a:srgbClr val="000000"/>
                  </a:solidFill>
                  <a:latin typeface="Arial"/>
                </a:rPr>
                <a:t>, </a:t>
              </a:r>
              <a:endParaRPr b="0" lang="en-US" sz="21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0" lang="en-US" sz="2100" spc="-1" strike="noStrike">
                  <a:solidFill>
                    <a:srgbClr val="000000"/>
                  </a:solidFill>
                  <a:latin typeface="Arial"/>
                </a:rPr>
                <a:t>60% acceptance</a:t>
              </a:r>
              <a:endParaRPr b="0" lang="en-US" sz="2100" spc="-1" strike="noStrike">
                <a:latin typeface="Arial"/>
              </a:endParaRPr>
            </a:p>
          </p:txBody>
        </p:sp>
        <p:sp>
          <p:nvSpPr>
            <p:cNvPr id="119" name=""/>
            <p:cNvSpPr/>
            <p:nvPr/>
          </p:nvSpPr>
          <p:spPr>
            <a:xfrm>
              <a:off x="4800600" y="5257800"/>
              <a:ext cx="685800" cy="914400"/>
            </a:xfrm>
            <a:prstGeom prst="line">
              <a:avLst/>
            </a:prstGeom>
            <a:ln w="0">
              <a:solidFill>
                <a:srgbClr val="000000"/>
              </a:solidFill>
              <a:prstDash val="sysDot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" name=""/>
            <p:cNvSpPr/>
            <p:nvPr/>
          </p:nvSpPr>
          <p:spPr>
            <a:xfrm>
              <a:off x="5311800" y="2157840"/>
              <a:ext cx="3146400" cy="156600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prstDash val="sysDot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For </a:t>
              </a: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(d,t) </a:t>
              </a: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&amp;(p,</a:t>
              </a: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d) </a:t>
              </a: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rea</a:t>
              </a: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ctio</a:t>
              </a: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ns</a:t>
              </a:r>
              <a:endParaRPr b="0" lang="en-US" sz="20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4 </a:t>
              </a: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MU</a:t>
              </a: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ST2 </a:t>
              </a: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tele</a:t>
              </a: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sco</a:t>
              </a: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pe </a:t>
              </a:r>
              <a:endParaRPr b="0" lang="en-US" sz="20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@ </a:t>
              </a: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5</a:t>
              </a:r>
              <a:r>
                <a:rPr b="0" lang="en-US" sz="2000" spc="-1" strike="noStrike" baseline="33000">
                  <a:solidFill>
                    <a:srgbClr val="000000"/>
                  </a:solidFill>
                  <a:latin typeface="Arial"/>
                </a:rPr>
                <a:t>o</a:t>
              </a: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 – </a:t>
              </a: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40</a:t>
              </a:r>
              <a:r>
                <a:rPr b="0" lang="en-US" sz="2000" spc="-1" strike="noStrike" baseline="33000">
                  <a:solidFill>
                    <a:srgbClr val="000000"/>
                  </a:solidFill>
                  <a:latin typeface="Arial"/>
                </a:rPr>
                <a:t>o</a:t>
              </a:r>
              <a:endParaRPr b="0" lang="en-US" sz="20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80</a:t>
              </a: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% </a:t>
              </a: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acc</a:t>
              </a: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ept</a:t>
              </a: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anc</a:t>
              </a: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e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121" name=""/>
            <p:cNvSpPr/>
            <p:nvPr/>
          </p:nvSpPr>
          <p:spPr>
            <a:xfrm flipV="1">
              <a:off x="6172200" y="3723840"/>
              <a:ext cx="228600" cy="357120"/>
            </a:xfrm>
            <a:prstGeom prst="line">
              <a:avLst/>
            </a:prstGeom>
            <a:ln w="0">
              <a:solidFill>
                <a:srgbClr val="000000"/>
              </a:solidFill>
              <a:prstDash val="sysDot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" name=""/>
            <p:cNvSpPr/>
            <p:nvPr/>
          </p:nvSpPr>
          <p:spPr>
            <a:xfrm>
              <a:off x="149040" y="6966000"/>
              <a:ext cx="4343040" cy="1600200"/>
            </a:xfrm>
            <a:prstGeom prst="rect">
              <a:avLst/>
            </a:prstGeom>
            <a:gradFill rotWithShape="0">
              <a:gsLst>
                <a:gs pos="0">
                  <a:srgbClr val="ffffff">
                    <a:alpha val="0"/>
                  </a:srgbClr>
                </a:gs>
                <a:gs pos="50000">
                  <a:srgbClr val="ffffff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100" spc="-1" strike="noStrike">
                  <a:solidFill>
                    <a:srgbClr val="000000"/>
                  </a:solidFill>
                  <a:latin typeface="Arial"/>
                </a:rPr>
                <a:t>CATS1 &amp;2 </a:t>
              </a:r>
              <a:endParaRPr b="0" lang="en-US" sz="2100" spc="-1" strike="noStrike">
                <a:latin typeface="Arial"/>
              </a:endParaRPr>
            </a:p>
            <a:p>
              <a:pPr marL="216000" indent="-216000">
                <a:lnSpc>
                  <a:spcPct val="100000"/>
                </a:lnSpc>
                <a:buClr>
                  <a:srgbClr val="000000"/>
                </a:buClr>
                <a:buSzPct val="45000"/>
                <a:buFont typeface="Wingdings" charset="2"/>
                <a:buChar char=""/>
              </a:pPr>
              <a:r>
                <a:rPr b="0" lang="en-US" sz="2100" spc="-1" strike="noStrike">
                  <a:solidFill>
                    <a:srgbClr val="000000"/>
                  </a:solidFill>
                  <a:latin typeface="Arial"/>
                </a:rPr>
                <a:t>Secondary beam E=10-50 MeV </a:t>
              </a:r>
              <a:endParaRPr b="0" lang="en-US" sz="2100" spc="-1" strike="noStrike">
                <a:latin typeface="Arial"/>
              </a:endParaRPr>
            </a:p>
            <a:p>
              <a:pPr marL="216000" indent="-216000">
                <a:lnSpc>
                  <a:spcPct val="100000"/>
                </a:lnSpc>
                <a:buClr>
                  <a:srgbClr val="000000"/>
                </a:buClr>
                <a:buSzPct val="45000"/>
                <a:buFont typeface="Wingdings" charset="2"/>
                <a:buChar char=""/>
              </a:pPr>
              <a:r>
                <a:rPr b="0" lang="en-US" sz="2100" spc="-1" strike="noStrike">
                  <a:solidFill>
                    <a:srgbClr val="000000"/>
                  </a:solidFill>
                  <a:latin typeface="Arial"/>
                </a:rPr>
                <a:t>For reconstructed beam position on target</a:t>
              </a:r>
              <a:endParaRPr b="0" lang="en-US" sz="2100" spc="-1" strike="noStrike">
                <a:latin typeface="Arial"/>
              </a:endParaRPr>
            </a:p>
            <a:p>
              <a:pPr marL="216000" indent="-216000">
                <a:lnSpc>
                  <a:spcPct val="100000"/>
                </a:lnSpc>
                <a:buClr>
                  <a:srgbClr val="000000"/>
                </a:buClr>
                <a:buSzPct val="45000"/>
                <a:buFont typeface="Wingdings" charset="2"/>
                <a:buChar char=""/>
              </a:pPr>
              <a:r>
                <a:rPr b="0" lang="en-US" sz="2100" spc="-1" strike="noStrike">
                  <a:solidFill>
                    <a:srgbClr val="000000"/>
                  </a:solidFill>
                  <a:latin typeface="Arial"/>
                </a:rPr>
                <a:t>ToF</a:t>
              </a:r>
              <a:endParaRPr b="0" lang="en-US" sz="2100" spc="-1" strike="noStrike">
                <a:latin typeface="Arial"/>
              </a:endParaRPr>
            </a:p>
          </p:txBody>
        </p:sp>
        <p:sp>
          <p:nvSpPr>
            <p:cNvPr id="123" name=""/>
            <p:cNvSpPr/>
            <p:nvPr/>
          </p:nvSpPr>
          <p:spPr>
            <a:xfrm>
              <a:off x="4343760" y="3286800"/>
              <a:ext cx="1599840" cy="828000"/>
            </a:xfrm>
            <a:prstGeom prst="rect">
              <a:avLst/>
            </a:prstGeom>
            <a:gradFill rotWithShape="0">
              <a:gsLst>
                <a:gs pos="0">
                  <a:srgbClr val="ffffff">
                    <a:alpha val="0"/>
                  </a:srgbClr>
                </a:gs>
                <a:gs pos="50000">
                  <a:srgbClr val="ffffff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dc0000"/>
                  </a:solidFill>
                  <a:latin typeface="Arial"/>
                </a:rPr>
                <a:t>CD</a:t>
              </a:r>
              <a:r>
                <a:rPr b="0" lang="en-US" sz="1800" spc="-1" strike="noStrike" baseline="-8000">
                  <a:solidFill>
                    <a:srgbClr val="dc0000"/>
                  </a:solidFill>
                  <a:latin typeface="Arial"/>
                </a:rPr>
                <a:t>2,</a:t>
              </a:r>
              <a:r>
                <a:rPr b="0" lang="en-US" sz="1800" spc="-1" strike="noStrike">
                  <a:solidFill>
                    <a:srgbClr val="dc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dc0000"/>
                  </a:solidFill>
                  <a:latin typeface="Arial"/>
                </a:rPr>
                <a:t>CH</a:t>
              </a:r>
              <a:r>
                <a:rPr b="0" lang="en-US" sz="1800" spc="-1" strike="noStrike" baseline="-8000">
                  <a:solidFill>
                    <a:srgbClr val="dc0000"/>
                  </a:solidFill>
                  <a:latin typeface="Arial"/>
                </a:rPr>
                <a:t>2</a:t>
              </a:r>
              <a:r>
                <a:rPr b="0" lang="en-US" sz="1800" spc="-1" strike="noStrike">
                  <a:solidFill>
                    <a:srgbClr val="dc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dc0000"/>
                  </a:solidFill>
                  <a:latin typeface="Arial"/>
                </a:rPr>
                <a:t>targ</a:t>
              </a:r>
              <a:r>
                <a:rPr b="0" lang="en-US" sz="1800" spc="-1" strike="noStrike">
                  <a:solidFill>
                    <a:srgbClr val="dc0000"/>
                  </a:solidFill>
                  <a:latin typeface="Arial"/>
                </a:rPr>
                <a:t>et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124" name=""/>
            <p:cNvSpPr/>
            <p:nvPr/>
          </p:nvSpPr>
          <p:spPr>
            <a:xfrm>
              <a:off x="7086600" y="5961600"/>
              <a:ext cx="5943240" cy="3411000"/>
            </a:xfrm>
            <a:prstGeom prst="rect">
              <a:avLst/>
            </a:prstGeom>
            <a:noFill/>
            <a:ln w="0">
              <a:solidFill>
                <a:srgbClr val="000000"/>
              </a:solidFill>
              <a:prstDash val="sysDot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marL="216000" indent="-216000" algn="just">
                <a:lnSpc>
                  <a:spcPct val="100000"/>
                </a:lnSpc>
                <a:buClr>
                  <a:srgbClr val="000000"/>
                </a:buClr>
                <a:buSzPct val="45000"/>
                <a:buFont typeface="Wingdings" charset="2"/>
                <a:buChar char=""/>
              </a:pPr>
              <a:r>
                <a:rPr b="0" lang="en-US" sz="2100" spc="-1" strike="noStrike">
                  <a:solidFill>
                    <a:srgbClr val="000000"/>
                  </a:solidFill>
                  <a:latin typeface="Arial"/>
                </a:rPr>
                <a:t>Pair of Drift Chambers (DC) for XY position measurement</a:t>
              </a:r>
              <a:endParaRPr b="0" lang="en-US" sz="2100" spc="-1" strike="noStrike">
                <a:latin typeface="Arial"/>
              </a:endParaRPr>
            </a:p>
            <a:p>
              <a:pPr marL="216000" indent="-216000" algn="just">
                <a:lnSpc>
                  <a:spcPct val="100000"/>
                </a:lnSpc>
                <a:buClr>
                  <a:srgbClr val="000000"/>
                </a:buClr>
                <a:buSzPct val="45000"/>
                <a:buFont typeface="Wingdings" charset="2"/>
                <a:buChar char=""/>
              </a:pPr>
              <a:r>
                <a:rPr b="0" lang="en-US" sz="2100" spc="-1" strike="noStrike">
                  <a:solidFill>
                    <a:srgbClr val="000000"/>
                  </a:solidFill>
                  <a:latin typeface="Arial"/>
                </a:rPr>
                <a:t>10 tilted foils ionizing chambers coupled (IC) for </a:t>
              </a:r>
              <a:r>
                <a:rPr b="0" lang="en-US" sz="2100" spc="-1" strike="noStrike">
                  <a:solidFill>
                    <a:srgbClr val="000000"/>
                  </a:solidFill>
                  <a:latin typeface="Arial"/>
                  <a:ea typeface="Arial"/>
                </a:rPr>
                <a:t>ΔE energy loss and the PID</a:t>
              </a:r>
              <a:endParaRPr b="0" lang="en-US" sz="2100" spc="-1" strike="noStrike">
                <a:latin typeface="Arial"/>
              </a:endParaRPr>
            </a:p>
            <a:p>
              <a:pPr marL="216000" indent="-216000" algn="just">
                <a:lnSpc>
                  <a:spcPct val="100000"/>
                </a:lnSpc>
                <a:buClr>
                  <a:srgbClr val="000000"/>
                </a:buClr>
                <a:buSzPct val="45000"/>
                <a:buFont typeface="Wingdings" charset="2"/>
                <a:buChar char=""/>
              </a:pPr>
              <a:r>
                <a:rPr b="0" lang="en-US" sz="2100" spc="-1" strike="noStrike">
                  <a:solidFill>
                    <a:srgbClr val="000000"/>
                  </a:solidFill>
                  <a:latin typeface="Arial"/>
                  <a:ea typeface="Arial"/>
                </a:rPr>
                <a:t>5 Plastic Scintillators for Energy and clean up the reaction residue.</a:t>
              </a:r>
              <a:endParaRPr b="0" lang="en-US" sz="2100" spc="-1" strike="noStrike">
                <a:latin typeface="Arial"/>
              </a:endParaRPr>
            </a:p>
            <a:p>
              <a:pPr marL="216000" indent="-216000" algn="just">
                <a:lnSpc>
                  <a:spcPct val="100000"/>
                </a:lnSpc>
                <a:buClr>
                  <a:srgbClr val="000000"/>
                </a:buClr>
                <a:buSzPct val="45000"/>
                <a:buFont typeface="Wingdings" charset="2"/>
                <a:buChar char=""/>
              </a:pPr>
              <a:r>
                <a:rPr b="0" lang="en-US" sz="2100" spc="-1" strike="noStrike">
                  <a:solidFill>
                    <a:srgbClr val="000000"/>
                  </a:solidFill>
                  <a:latin typeface="Arial"/>
                  <a:ea typeface="Arial"/>
                </a:rPr>
                <a:t>1 Exogam Clover (HpGe) for tagging the isomeric decays</a:t>
              </a:r>
              <a:endParaRPr b="0" lang="en-US" sz="2100" spc="-1" strike="noStrike">
                <a:latin typeface="Arial"/>
              </a:endParaRPr>
            </a:p>
          </p:txBody>
        </p:sp>
        <p:sp>
          <p:nvSpPr>
            <p:cNvPr id="125" name=""/>
            <p:cNvSpPr/>
            <p:nvPr/>
          </p:nvSpPr>
          <p:spPr>
            <a:xfrm flipV="1">
              <a:off x="4800600" y="3988800"/>
              <a:ext cx="228600" cy="811800"/>
            </a:xfrm>
            <a:prstGeom prst="line">
              <a:avLst/>
            </a:prstGeom>
            <a:ln w="0">
              <a:solidFill>
                <a:srgbClr val="c9211e"/>
              </a:solidFill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26" name=""/>
            <p:cNvGrpSpPr/>
            <p:nvPr/>
          </p:nvGrpSpPr>
          <p:grpSpPr>
            <a:xfrm>
              <a:off x="7315200" y="0"/>
              <a:ext cx="5715000" cy="3130560"/>
              <a:chOff x="7315200" y="0"/>
              <a:chExt cx="5715000" cy="3130560"/>
            </a:xfrm>
          </p:grpSpPr>
          <p:pic>
            <p:nvPicPr>
              <p:cNvPr id="127" name="" descr=""/>
              <p:cNvPicPr/>
              <p:nvPr/>
            </p:nvPicPr>
            <p:blipFill>
              <a:blip r:embed="rId3">
                <a:alphaModFix amt="90000"/>
              </a:blip>
              <a:srcRect l="12956" t="0" r="0" b="0"/>
              <a:stretch/>
            </p:blipFill>
            <p:spPr>
              <a:xfrm>
                <a:off x="7323120" y="0"/>
                <a:ext cx="5707080" cy="247284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128" name=""/>
              <p:cNvSpPr/>
              <p:nvPr/>
            </p:nvSpPr>
            <p:spPr>
              <a:xfrm>
                <a:off x="8244000" y="830880"/>
                <a:ext cx="918720" cy="435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0" lang="en-US" sz="2100" spc="-1" strike="noStrike" baseline="33000">
                    <a:solidFill>
                      <a:srgbClr val="000000"/>
                    </a:solidFill>
                    <a:latin typeface="Arial"/>
                  </a:rPr>
                  <a:t>6</a:t>
                </a:r>
                <a:r>
                  <a:rPr b="0" lang="en-US" sz="2100" spc="-1" strike="noStrike" baseline="33000">
                    <a:solidFill>
                      <a:srgbClr val="000000"/>
                    </a:solidFill>
                    <a:latin typeface="Arial"/>
                  </a:rPr>
                  <a:t>8</a:t>
                </a:r>
                <a:r>
                  <a:rPr b="0" lang="en-US" sz="2100" spc="-1" strike="noStrike">
                    <a:solidFill>
                      <a:srgbClr val="000000"/>
                    </a:solidFill>
                    <a:latin typeface="Arial"/>
                  </a:rPr>
                  <a:t>N</a:t>
                </a:r>
                <a:r>
                  <a:rPr b="0" lang="en-US" sz="2100" spc="-1" strike="noStrike">
                    <a:solidFill>
                      <a:srgbClr val="000000"/>
                    </a:solidFill>
                    <a:latin typeface="Arial"/>
                  </a:rPr>
                  <a:t>i</a:t>
                </a:r>
                <a:endParaRPr b="0" lang="en-US" sz="2100" spc="-1" strike="noStrike">
                  <a:latin typeface="Arial"/>
                </a:endParaRPr>
              </a:p>
            </p:txBody>
          </p:sp>
          <p:sp>
            <p:nvSpPr>
              <p:cNvPr id="129" name=""/>
              <p:cNvSpPr/>
              <p:nvPr/>
            </p:nvSpPr>
            <p:spPr>
              <a:xfrm>
                <a:off x="7315200" y="1511640"/>
                <a:ext cx="1553760" cy="646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@18MeV/u</a:t>
                </a: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@38 MeV/u</a:t>
                </a:r>
                <a:endParaRPr b="0" lang="en-US" sz="1800" spc="-1" strike="noStrike">
                  <a:latin typeface="Arial"/>
                </a:endParaRPr>
              </a:p>
            </p:txBody>
          </p:sp>
          <p:sp>
            <p:nvSpPr>
              <p:cNvPr id="130" name=""/>
              <p:cNvSpPr/>
              <p:nvPr/>
            </p:nvSpPr>
            <p:spPr>
              <a:xfrm>
                <a:off x="8223120" y="2358720"/>
                <a:ext cx="2042280" cy="771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CD</a:t>
                </a:r>
                <a:r>
                  <a:rPr b="0" lang="en-US" sz="1800" spc="-1" strike="noStrike" baseline="-8000">
                    <a:solidFill>
                      <a:srgbClr val="000000"/>
                    </a:solidFill>
                    <a:latin typeface="Arial"/>
                  </a:rPr>
                  <a:t>2</a:t>
                </a: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 (0.5 mg/cm</a:t>
                </a:r>
                <a:r>
                  <a:rPr b="0" lang="en-US" sz="1800" spc="-1" strike="noStrike" baseline="33000">
                    <a:solidFill>
                      <a:srgbClr val="000000"/>
                    </a:solidFill>
                    <a:latin typeface="Arial"/>
                  </a:rPr>
                  <a:t>2</a:t>
                </a: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)</a:t>
                </a: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CH</a:t>
                </a:r>
                <a:r>
                  <a:rPr b="0" lang="en-US" sz="1800" spc="-1" strike="noStrike" baseline="-8000">
                    <a:solidFill>
                      <a:srgbClr val="000000"/>
                    </a:solidFill>
                    <a:latin typeface="Arial"/>
                  </a:rPr>
                  <a:t>2 </a:t>
                </a: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(5 mg/cm</a:t>
                </a:r>
                <a:r>
                  <a:rPr b="0" lang="en-US" sz="1800" spc="-1" strike="noStrike" baseline="33000">
                    <a:solidFill>
                      <a:srgbClr val="000000"/>
                    </a:solidFill>
                    <a:latin typeface="Arial"/>
                  </a:rPr>
                  <a:t>2</a:t>
                </a: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)</a:t>
                </a:r>
                <a:endParaRPr b="0" lang="en-US" sz="1800" spc="-1" strike="noStrike">
                  <a:latin typeface="Arial"/>
                </a:endParaRPr>
              </a:p>
            </p:txBody>
          </p:sp>
          <p:sp>
            <p:nvSpPr>
              <p:cNvPr id="131" name=""/>
              <p:cNvSpPr/>
              <p:nvPr/>
            </p:nvSpPr>
            <p:spPr>
              <a:xfrm>
                <a:off x="10449360" y="2336040"/>
                <a:ext cx="1837440" cy="5576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Missing mass</a:t>
                </a: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p, t, d,...</a:t>
                </a:r>
                <a:endParaRPr b="0" lang="en-US" sz="1800" spc="-1" strike="noStrike">
                  <a:latin typeface="Arial"/>
                </a:endParaRPr>
              </a:p>
            </p:txBody>
          </p:sp>
          <p:sp>
            <p:nvSpPr>
              <p:cNvPr id="132" name=""/>
              <p:cNvSpPr/>
              <p:nvPr/>
            </p:nvSpPr>
            <p:spPr>
              <a:xfrm>
                <a:off x="11552040" y="41400"/>
                <a:ext cx="870120" cy="1908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  <a:buNone/>
                </a:pPr>
                <a:r>
                  <a:rPr b="0" lang="en-US" sz="2100" spc="-1" strike="noStrike" baseline="33000">
                    <a:solidFill>
                      <a:srgbClr val="000000"/>
                    </a:solidFill>
                    <a:latin typeface="Arial"/>
                  </a:rPr>
                  <a:t>69</a:t>
                </a:r>
                <a:r>
                  <a:rPr b="0" lang="en-US" sz="2100" spc="-1" strike="noStrike">
                    <a:solidFill>
                      <a:srgbClr val="000000"/>
                    </a:solidFill>
                    <a:latin typeface="Arial"/>
                  </a:rPr>
                  <a:t>Ni</a:t>
                </a:r>
                <a:endParaRPr b="0" lang="en-US" sz="21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b="0" lang="en-US" sz="2100" spc="-1" strike="noStrike" baseline="33000">
                    <a:solidFill>
                      <a:srgbClr val="000000"/>
                    </a:solidFill>
                    <a:latin typeface="Arial"/>
                  </a:rPr>
                  <a:t>67</a:t>
                </a:r>
                <a:r>
                  <a:rPr b="0" lang="en-US" sz="2100" spc="-1" strike="noStrike">
                    <a:solidFill>
                      <a:srgbClr val="000000"/>
                    </a:solidFill>
                    <a:latin typeface="Arial"/>
                  </a:rPr>
                  <a:t>Ni</a:t>
                </a:r>
                <a:endParaRPr b="0" lang="en-US" sz="21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b="0" lang="en-US" sz="2100" spc="-1" strike="noStrike" baseline="33000">
                    <a:solidFill>
                      <a:srgbClr val="000000"/>
                    </a:solidFill>
                    <a:latin typeface="Arial"/>
                  </a:rPr>
                  <a:t>66</a:t>
                </a:r>
                <a:r>
                  <a:rPr b="0" lang="en-US" sz="2100" spc="-1" strike="noStrike">
                    <a:solidFill>
                      <a:srgbClr val="000000"/>
                    </a:solidFill>
                    <a:latin typeface="Arial"/>
                  </a:rPr>
                  <a:t>Ni</a:t>
                </a:r>
                <a:endParaRPr b="0" lang="en-US" sz="2100" spc="-1" strike="noStrike">
                  <a:latin typeface="Aria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-45000" y="0"/>
            <a:ext cx="12846600" cy="91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000" spc="-1" strike="noStrike">
                <a:latin typeface="Arial"/>
              </a:rPr>
              <a:t>PID </a:t>
            </a:r>
            <a:r>
              <a:rPr b="0" lang="en-US" sz="4000" spc="-1" strike="noStrike">
                <a:latin typeface="Arial"/>
              </a:rPr>
              <a:t>and </a:t>
            </a:r>
            <a:r>
              <a:rPr b="0" lang="en-US" sz="4000" spc="-1" strike="noStrike">
                <a:latin typeface="Arial"/>
              </a:rPr>
              <a:t>part</a:t>
            </a:r>
            <a:r>
              <a:rPr b="0" lang="en-US" sz="4000" spc="-1" strike="noStrike">
                <a:latin typeface="Arial"/>
              </a:rPr>
              <a:t>icle </a:t>
            </a:r>
            <a:r>
              <a:rPr b="0" lang="en-US" sz="4000" spc="-1" strike="noStrike">
                <a:latin typeface="Arial"/>
              </a:rPr>
              <a:t>det</a:t>
            </a:r>
            <a:r>
              <a:rPr b="0" lang="en-US" sz="4000" spc="-1" strike="noStrike">
                <a:latin typeface="Arial"/>
              </a:rPr>
              <a:t>ecti</a:t>
            </a:r>
            <a:r>
              <a:rPr b="0" lang="en-US" sz="4000" spc="-1" strike="noStrike">
                <a:latin typeface="Arial"/>
              </a:rPr>
              <a:t>on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134" name="" descr=""/>
          <p:cNvPicPr/>
          <p:nvPr/>
        </p:nvPicPr>
        <p:blipFill>
          <a:blip r:embed="rId1"/>
          <a:stretch/>
        </p:blipFill>
        <p:spPr>
          <a:xfrm>
            <a:off x="228600" y="3146040"/>
            <a:ext cx="6078960" cy="3886200"/>
          </a:xfrm>
          <a:prstGeom prst="rect">
            <a:avLst/>
          </a:prstGeom>
          <a:ln w="0">
            <a:noFill/>
          </a:ln>
        </p:spPr>
      </p:pic>
      <p:pic>
        <p:nvPicPr>
          <p:cNvPr id="135" name="" descr=""/>
          <p:cNvPicPr/>
          <p:nvPr/>
        </p:nvPicPr>
        <p:blipFill>
          <a:blip r:embed="rId2"/>
          <a:stretch/>
        </p:blipFill>
        <p:spPr>
          <a:xfrm>
            <a:off x="6764760" y="3486960"/>
            <a:ext cx="5214960" cy="308808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3"/>
          <a:stretch/>
        </p:blipFill>
        <p:spPr>
          <a:xfrm>
            <a:off x="363960" y="3286800"/>
            <a:ext cx="5943600" cy="37998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4"/>
          <a:stretch/>
        </p:blipFill>
        <p:spPr>
          <a:xfrm>
            <a:off x="392400" y="3286800"/>
            <a:ext cx="5686560" cy="3635280"/>
          </a:xfrm>
          <a:prstGeom prst="rect">
            <a:avLst/>
          </a:prstGeom>
          <a:ln w="0">
            <a:noFill/>
          </a:ln>
        </p:spPr>
      </p:pic>
      <p:pic>
        <p:nvPicPr>
          <p:cNvPr id="138" name="" descr=""/>
          <p:cNvPicPr/>
          <p:nvPr/>
        </p:nvPicPr>
        <p:blipFill>
          <a:blip r:embed="rId5"/>
          <a:stretch/>
        </p:blipFill>
        <p:spPr>
          <a:xfrm>
            <a:off x="685800" y="6629400"/>
            <a:ext cx="5257800" cy="3102840"/>
          </a:xfrm>
          <a:prstGeom prst="rect">
            <a:avLst/>
          </a:prstGeom>
          <a:ln w="0">
            <a:noFill/>
          </a:ln>
        </p:spPr>
      </p:pic>
      <p:pic>
        <p:nvPicPr>
          <p:cNvPr id="139" name="" descr=""/>
          <p:cNvPicPr/>
          <p:nvPr/>
        </p:nvPicPr>
        <p:blipFill>
          <a:blip r:embed="rId6"/>
          <a:stretch/>
        </p:blipFill>
        <p:spPr>
          <a:xfrm>
            <a:off x="7290000" y="914400"/>
            <a:ext cx="1625400" cy="2743200"/>
          </a:xfrm>
          <a:prstGeom prst="rect">
            <a:avLst/>
          </a:prstGeom>
          <a:ln w="0">
            <a:noFill/>
          </a:ln>
        </p:spPr>
      </p:pic>
      <p:pic>
        <p:nvPicPr>
          <p:cNvPr id="140" name="" descr=""/>
          <p:cNvPicPr/>
          <p:nvPr/>
        </p:nvPicPr>
        <p:blipFill>
          <a:blip r:embed="rId7"/>
          <a:stretch/>
        </p:blipFill>
        <p:spPr>
          <a:xfrm>
            <a:off x="9225000" y="457560"/>
            <a:ext cx="3576600" cy="3200040"/>
          </a:xfrm>
          <a:prstGeom prst="rect">
            <a:avLst/>
          </a:prstGeom>
          <a:ln w="0">
            <a:noFill/>
          </a:ln>
        </p:spPr>
      </p:pic>
      <p:pic>
        <p:nvPicPr>
          <p:cNvPr id="141" name="" descr=""/>
          <p:cNvPicPr/>
          <p:nvPr/>
        </p:nvPicPr>
        <p:blipFill>
          <a:blip r:embed="rId8"/>
          <a:stretch/>
        </p:blipFill>
        <p:spPr>
          <a:xfrm>
            <a:off x="7772400" y="6629760"/>
            <a:ext cx="3040920" cy="3123720"/>
          </a:xfrm>
          <a:prstGeom prst="rect">
            <a:avLst/>
          </a:prstGeom>
          <a:ln w="0">
            <a:noFill/>
          </a:ln>
        </p:spPr>
      </p:pic>
      <p:pic>
        <p:nvPicPr>
          <p:cNvPr id="142" name="" descr=""/>
          <p:cNvPicPr/>
          <p:nvPr/>
        </p:nvPicPr>
        <p:blipFill>
          <a:blip r:embed="rId9"/>
          <a:stretch/>
        </p:blipFill>
        <p:spPr>
          <a:xfrm>
            <a:off x="1371600" y="685800"/>
            <a:ext cx="4572000" cy="2707560"/>
          </a:xfrm>
          <a:prstGeom prst="rect">
            <a:avLst/>
          </a:prstGeom>
          <a:ln w="0">
            <a:noFill/>
          </a:ln>
        </p:spPr>
      </p:pic>
      <p:pic>
        <p:nvPicPr>
          <p:cNvPr id="143" name="" descr=""/>
          <p:cNvPicPr/>
          <p:nvPr/>
        </p:nvPicPr>
        <p:blipFill>
          <a:blip r:embed="rId10"/>
          <a:stretch/>
        </p:blipFill>
        <p:spPr>
          <a:xfrm>
            <a:off x="1600200" y="685800"/>
            <a:ext cx="4267440" cy="2909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50160" y="129960"/>
            <a:ext cx="11703600" cy="21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7569" spc="-1" strike="noStrike">
                <a:latin typeface="Arial"/>
              </a:rPr>
              <a:t>K</a:t>
            </a:r>
            <a:r>
              <a:rPr b="0" lang="en-US" sz="7569" spc="-1" strike="noStrike">
                <a:latin typeface="Arial"/>
              </a:rPr>
              <a:t>i</a:t>
            </a:r>
            <a:r>
              <a:rPr b="0" lang="en-US" sz="7569" spc="-1" strike="noStrike">
                <a:latin typeface="Arial"/>
              </a:rPr>
              <a:t>n</a:t>
            </a:r>
            <a:r>
              <a:rPr b="0" lang="en-US" sz="7569" spc="-1" strike="noStrike">
                <a:latin typeface="Arial"/>
              </a:rPr>
              <a:t>e</a:t>
            </a:r>
            <a:r>
              <a:rPr b="0" lang="en-US" sz="7569" spc="-1" strike="noStrike">
                <a:latin typeface="Arial"/>
              </a:rPr>
              <a:t>m</a:t>
            </a:r>
            <a:r>
              <a:rPr b="0" lang="en-US" sz="7569" spc="-1" strike="noStrike">
                <a:latin typeface="Arial"/>
              </a:rPr>
              <a:t>a</a:t>
            </a:r>
            <a:r>
              <a:rPr b="0" lang="en-US" sz="7569" spc="-1" strike="noStrike">
                <a:latin typeface="Arial"/>
              </a:rPr>
              <a:t>t</a:t>
            </a:r>
            <a:r>
              <a:rPr b="0" lang="en-US" sz="7569" spc="-1" strike="noStrike">
                <a:latin typeface="Arial"/>
              </a:rPr>
              <a:t>i</a:t>
            </a:r>
            <a:r>
              <a:rPr b="0" lang="en-US" sz="7569" spc="-1" strike="noStrike">
                <a:latin typeface="Arial"/>
              </a:rPr>
              <a:t>c</a:t>
            </a:r>
            <a:r>
              <a:rPr b="0" lang="en-US" sz="7569" spc="-1" strike="noStrike">
                <a:latin typeface="Arial"/>
              </a:rPr>
              <a:t> </a:t>
            </a:r>
            <a:r>
              <a:rPr b="0" lang="en-US" sz="7569" spc="-1" strike="noStrike">
                <a:latin typeface="Arial"/>
              </a:rPr>
              <a:t>l</a:t>
            </a:r>
            <a:r>
              <a:rPr b="0" lang="en-US" sz="7569" spc="-1" strike="noStrike">
                <a:latin typeface="Arial"/>
              </a:rPr>
              <a:t>i</a:t>
            </a:r>
            <a:r>
              <a:rPr b="0" lang="en-US" sz="7569" spc="-1" strike="noStrike">
                <a:latin typeface="Arial"/>
              </a:rPr>
              <a:t>n</a:t>
            </a:r>
            <a:r>
              <a:rPr b="0" lang="en-US" sz="7569" spc="-1" strike="noStrike">
                <a:latin typeface="Arial"/>
              </a:rPr>
              <a:t>e</a:t>
            </a:r>
            <a:r>
              <a:rPr b="0" lang="en-US" sz="7569" spc="-1" strike="noStrike">
                <a:latin typeface="Arial"/>
              </a:rPr>
              <a:t>s</a:t>
            </a:r>
            <a:br>
              <a:rPr sz="7570"/>
            </a:br>
            <a:r>
              <a:rPr b="0" lang="en-US" sz="7569" spc="-1" strike="noStrike">
                <a:latin typeface="Arial"/>
              </a:rPr>
              <a:t>E</a:t>
            </a:r>
            <a:r>
              <a:rPr b="0" lang="en-US" sz="7569" spc="-1" strike="noStrike">
                <a:latin typeface="Arial"/>
              </a:rPr>
              <a:t>x</a:t>
            </a:r>
            <a:endParaRPr b="0" lang="en-US" sz="7569" spc="-1" strike="noStrike"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0" y="2247840"/>
            <a:ext cx="6629400" cy="6210360"/>
          </a:xfrm>
          <a:prstGeom prst="rect">
            <a:avLst/>
          </a:prstGeom>
          <a:ln w="0">
            <a:noFill/>
          </a:ln>
        </p:spPr>
      </p:pic>
      <p:pic>
        <p:nvPicPr>
          <p:cNvPr id="146" name="" descr=""/>
          <p:cNvPicPr/>
          <p:nvPr/>
        </p:nvPicPr>
        <p:blipFill>
          <a:blip r:embed="rId2"/>
          <a:stretch/>
        </p:blipFill>
        <p:spPr>
          <a:xfrm>
            <a:off x="6400800" y="5257800"/>
            <a:ext cx="6681600" cy="4343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7086600" y="-27720"/>
            <a:ext cx="5267160" cy="117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5400" spc="-1" strike="noStrike">
                <a:latin typeface="Arial"/>
              </a:rPr>
              <a:t>E</a:t>
            </a:r>
            <a:r>
              <a:rPr b="0" lang="en-US" sz="5400" spc="-1" strike="noStrike">
                <a:latin typeface="Arial"/>
              </a:rPr>
              <a:t>x</a:t>
            </a:r>
            <a:r>
              <a:rPr b="0" lang="en-US" sz="5400" spc="-1" strike="noStrike">
                <a:latin typeface="Arial"/>
              </a:rPr>
              <a:t> </a:t>
            </a:r>
            <a:r>
              <a:rPr b="0" lang="en-US" sz="5400" spc="-1" strike="noStrike">
                <a:latin typeface="Arial"/>
              </a:rPr>
              <a:t>v</a:t>
            </a:r>
            <a:r>
              <a:rPr b="0" lang="en-US" sz="5400" spc="-1" strike="noStrike">
                <a:latin typeface="Arial"/>
              </a:rPr>
              <a:t>s</a:t>
            </a:r>
            <a:r>
              <a:rPr b="0" lang="en-US" sz="5400" spc="-1" strike="noStrike">
                <a:latin typeface="Arial"/>
              </a:rPr>
              <a:t> </a:t>
            </a:r>
            <a:r>
              <a:rPr b="0" lang="en-US" sz="5400" spc="-1" strike="noStrike">
                <a:latin typeface="Arial"/>
              </a:rPr>
              <a:t>G</a:t>
            </a:r>
            <a:r>
              <a:rPr b="0" lang="en-US" sz="5400" spc="-1" strike="noStrike">
                <a:latin typeface="Arial"/>
              </a:rPr>
              <a:t>a</a:t>
            </a:r>
            <a:r>
              <a:rPr b="0" lang="en-US" sz="5400" spc="-1" strike="noStrike">
                <a:latin typeface="Arial"/>
              </a:rPr>
              <a:t>m</a:t>
            </a:r>
            <a:r>
              <a:rPr b="0" lang="en-US" sz="5400" spc="-1" strike="noStrike">
                <a:latin typeface="Arial"/>
              </a:rPr>
              <a:t>m</a:t>
            </a:r>
            <a:r>
              <a:rPr b="0" lang="en-US" sz="5400" spc="-1" strike="noStrike">
                <a:latin typeface="Arial"/>
              </a:rPr>
              <a:t>a</a:t>
            </a:r>
            <a:endParaRPr b="0" lang="en-US" sz="5400" spc="-1" strike="noStrike">
              <a:latin typeface="Arial"/>
            </a:endParaRPr>
          </a:p>
        </p:txBody>
      </p:sp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0" y="360"/>
            <a:ext cx="6516360" cy="9753120"/>
          </a:xfrm>
          <a:prstGeom prst="rect">
            <a:avLst/>
          </a:prstGeom>
          <a:ln w="0">
            <a:noFill/>
          </a:ln>
        </p:spPr>
      </p:pic>
      <p:pic>
        <p:nvPicPr>
          <p:cNvPr id="149" name="" descr=""/>
          <p:cNvPicPr/>
          <p:nvPr/>
        </p:nvPicPr>
        <p:blipFill>
          <a:blip r:embed="rId2"/>
          <a:stretch/>
        </p:blipFill>
        <p:spPr>
          <a:xfrm>
            <a:off x="0" y="360"/>
            <a:ext cx="6516360" cy="9753120"/>
          </a:xfrm>
          <a:prstGeom prst="rect">
            <a:avLst/>
          </a:prstGeom>
          <a:ln w="0">
            <a:noFill/>
          </a:ln>
        </p:spPr>
      </p:pic>
      <p:sp>
        <p:nvSpPr>
          <p:cNvPr id="150" name=""/>
          <p:cNvSpPr/>
          <p:nvPr/>
        </p:nvSpPr>
        <p:spPr>
          <a:xfrm>
            <a:off x="2194560" y="128520"/>
            <a:ext cx="228600" cy="9624960"/>
          </a:xfrm>
          <a:prstGeom prst="rect">
            <a:avLst/>
          </a:prstGeom>
          <a:gradFill rotWithShape="0">
            <a:gsLst>
              <a:gs pos="0">
                <a:srgbClr val="729fcf">
                  <a:alpha val="0"/>
                </a:srgbClr>
              </a:gs>
              <a:gs pos="50000">
                <a:srgbClr val="729fcf"/>
              </a:gs>
              <a:gs pos="100000">
                <a:srgbClr val="729fcf">
                  <a:alpha val="0"/>
                </a:srgbClr>
              </a:gs>
            </a:gsLst>
            <a:lin ang="5400000"/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pic>
        <p:nvPicPr>
          <p:cNvPr id="151" name="" descr=""/>
          <p:cNvPicPr/>
          <p:nvPr/>
        </p:nvPicPr>
        <p:blipFill>
          <a:blip r:embed="rId3"/>
          <a:stretch/>
        </p:blipFill>
        <p:spPr>
          <a:xfrm>
            <a:off x="6400800" y="952560"/>
            <a:ext cx="6750720" cy="4305240"/>
          </a:xfrm>
          <a:prstGeom prst="rect">
            <a:avLst/>
          </a:prstGeom>
          <a:ln w="0">
            <a:noFill/>
          </a:ln>
        </p:spPr>
      </p:pic>
      <p:grpSp>
        <p:nvGrpSpPr>
          <p:cNvPr id="152" name=""/>
          <p:cNvGrpSpPr/>
          <p:nvPr/>
        </p:nvGrpSpPr>
        <p:grpSpPr>
          <a:xfrm>
            <a:off x="7772400" y="5248440"/>
            <a:ext cx="3429000" cy="4486320"/>
            <a:chOff x="7772400" y="5248440"/>
            <a:chExt cx="3429000" cy="4486320"/>
          </a:xfrm>
        </p:grpSpPr>
        <p:sp>
          <p:nvSpPr>
            <p:cNvPr id="153" name=""/>
            <p:cNvSpPr/>
            <p:nvPr/>
          </p:nvSpPr>
          <p:spPr>
            <a:xfrm>
              <a:off x="8142120" y="9672120"/>
              <a:ext cx="3043440" cy="360"/>
            </a:xfrm>
            <a:prstGeom prst="line">
              <a:avLst/>
            </a:prstGeom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4" name=""/>
            <p:cNvSpPr/>
            <p:nvPr/>
          </p:nvSpPr>
          <p:spPr>
            <a:xfrm>
              <a:off x="8142480" y="5589720"/>
              <a:ext cx="3042720" cy="0"/>
            </a:xfrm>
            <a:prstGeom prst="line">
              <a:avLst/>
            </a:prstGeom>
            <a:ln w="5724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5" name=""/>
            <p:cNvSpPr/>
            <p:nvPr/>
          </p:nvSpPr>
          <p:spPr>
            <a:xfrm>
              <a:off x="8142120" y="9241200"/>
              <a:ext cx="3043440" cy="360"/>
            </a:xfrm>
            <a:prstGeom prst="line">
              <a:avLst/>
            </a:prstGeom>
            <a:ln w="5724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6" name=""/>
            <p:cNvSpPr/>
            <p:nvPr/>
          </p:nvSpPr>
          <p:spPr>
            <a:xfrm>
              <a:off x="8142120" y="8328600"/>
              <a:ext cx="3043440" cy="0"/>
            </a:xfrm>
            <a:prstGeom prst="line">
              <a:avLst/>
            </a:prstGeom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7" name=""/>
            <p:cNvSpPr/>
            <p:nvPr/>
          </p:nvSpPr>
          <p:spPr>
            <a:xfrm>
              <a:off x="8142120" y="6730920"/>
              <a:ext cx="3043440" cy="360"/>
            </a:xfrm>
            <a:prstGeom prst="line">
              <a:avLst/>
            </a:prstGeom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8" name=""/>
            <p:cNvSpPr/>
            <p:nvPr/>
          </p:nvSpPr>
          <p:spPr>
            <a:xfrm>
              <a:off x="8142120" y="6289560"/>
              <a:ext cx="3043440" cy="360"/>
            </a:xfrm>
            <a:prstGeom prst="line">
              <a:avLst/>
            </a:prstGeom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9" name=""/>
            <p:cNvSpPr/>
            <p:nvPr/>
          </p:nvSpPr>
          <p:spPr>
            <a:xfrm>
              <a:off x="8142120" y="5817600"/>
              <a:ext cx="3043440" cy="360"/>
            </a:xfrm>
            <a:prstGeom prst="line">
              <a:avLst/>
            </a:prstGeom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0" name=""/>
            <p:cNvSpPr/>
            <p:nvPr/>
          </p:nvSpPr>
          <p:spPr>
            <a:xfrm>
              <a:off x="10590840" y="9393480"/>
              <a:ext cx="594360" cy="341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0.0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161" name=""/>
            <p:cNvSpPr/>
            <p:nvPr/>
          </p:nvSpPr>
          <p:spPr>
            <a:xfrm>
              <a:off x="10591200" y="8940960"/>
              <a:ext cx="610200" cy="340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321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162" name=""/>
            <p:cNvSpPr/>
            <p:nvPr/>
          </p:nvSpPr>
          <p:spPr>
            <a:xfrm>
              <a:off x="10591200" y="8027640"/>
              <a:ext cx="594000" cy="34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915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163" name=""/>
            <p:cNvSpPr/>
            <p:nvPr/>
          </p:nvSpPr>
          <p:spPr>
            <a:xfrm>
              <a:off x="10424520" y="5589360"/>
              <a:ext cx="760680" cy="341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2552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164" name=""/>
            <p:cNvSpPr/>
            <p:nvPr/>
          </p:nvSpPr>
          <p:spPr>
            <a:xfrm>
              <a:off x="10424520" y="6016320"/>
              <a:ext cx="760680" cy="34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224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165" name=""/>
            <p:cNvSpPr/>
            <p:nvPr/>
          </p:nvSpPr>
          <p:spPr>
            <a:xfrm>
              <a:off x="10424880" y="6476760"/>
              <a:ext cx="760680" cy="341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1959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166" name=""/>
            <p:cNvSpPr/>
            <p:nvPr/>
          </p:nvSpPr>
          <p:spPr>
            <a:xfrm>
              <a:off x="10424520" y="5335560"/>
              <a:ext cx="760680" cy="341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2700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167" name=""/>
            <p:cNvSpPr/>
            <p:nvPr/>
          </p:nvSpPr>
          <p:spPr>
            <a:xfrm>
              <a:off x="7953840" y="9381240"/>
              <a:ext cx="837360" cy="34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1900" spc="-1" strike="noStrike">
                  <a:solidFill>
                    <a:srgbClr val="000000"/>
                  </a:solidFill>
                  <a:latin typeface="Arial"/>
                </a:rPr>
                <a:t>(9/2</a:t>
              </a:r>
              <a:r>
                <a:rPr b="0" lang="en-US" sz="1900" spc="-1" strike="noStrike" baseline="33000">
                  <a:solidFill>
                    <a:srgbClr val="000000"/>
                  </a:solidFill>
                  <a:latin typeface="Arial"/>
                </a:rPr>
                <a:t>+</a:t>
              </a:r>
              <a:r>
                <a:rPr b="0" lang="en-US" sz="1900" spc="-1" strike="noStrike">
                  <a:solidFill>
                    <a:srgbClr val="000000"/>
                  </a:solidFill>
                  <a:latin typeface="Arial"/>
                </a:rPr>
                <a:t>)</a:t>
              </a:r>
              <a:endParaRPr b="0" lang="en-US" sz="1900" spc="-1" strike="noStrike">
                <a:latin typeface="Arial"/>
              </a:endParaRPr>
            </a:p>
          </p:txBody>
        </p:sp>
        <p:sp>
          <p:nvSpPr>
            <p:cNvPr id="168" name=""/>
            <p:cNvSpPr/>
            <p:nvPr/>
          </p:nvSpPr>
          <p:spPr>
            <a:xfrm>
              <a:off x="7927560" y="8900280"/>
              <a:ext cx="721440" cy="34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1900" spc="-1" strike="noStrike">
                  <a:solidFill>
                    <a:srgbClr val="000000"/>
                  </a:solidFill>
                  <a:latin typeface="Arial"/>
                </a:rPr>
                <a:t>(1/2</a:t>
              </a:r>
              <a:r>
                <a:rPr b="0" lang="en-US" sz="1900" spc="-1" strike="noStrike" baseline="33000">
                  <a:solidFill>
                    <a:srgbClr val="000000"/>
                  </a:solidFill>
                  <a:latin typeface="Arial"/>
                </a:rPr>
                <a:t>-</a:t>
              </a:r>
              <a:r>
                <a:rPr b="0" lang="en-US" sz="1900" spc="-1" strike="noStrike">
                  <a:solidFill>
                    <a:srgbClr val="000000"/>
                  </a:solidFill>
                  <a:latin typeface="Arial"/>
                </a:rPr>
                <a:t>)</a:t>
              </a:r>
              <a:endParaRPr b="0" lang="en-US" sz="1900" spc="-1" strike="noStrike">
                <a:latin typeface="Arial"/>
              </a:endParaRPr>
            </a:p>
          </p:txBody>
        </p:sp>
        <p:sp>
          <p:nvSpPr>
            <p:cNvPr id="169" name=""/>
            <p:cNvSpPr/>
            <p:nvPr/>
          </p:nvSpPr>
          <p:spPr>
            <a:xfrm>
              <a:off x="7772400" y="7987320"/>
              <a:ext cx="876600" cy="34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(5/2</a:t>
              </a:r>
              <a:r>
                <a:rPr b="0" lang="en-US" sz="2000" spc="-1" strike="noStrike" baseline="33000">
                  <a:solidFill>
                    <a:srgbClr val="000000"/>
                  </a:solidFill>
                  <a:latin typeface="Arial"/>
                </a:rPr>
                <a:t>-</a:t>
              </a: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)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170" name=""/>
            <p:cNvSpPr/>
            <p:nvPr/>
          </p:nvSpPr>
          <p:spPr>
            <a:xfrm>
              <a:off x="7772400" y="6476760"/>
              <a:ext cx="876600" cy="341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(9/2</a:t>
              </a:r>
              <a:r>
                <a:rPr b="0" lang="en-US" sz="2000" spc="-1" strike="noStrike" baseline="33000">
                  <a:solidFill>
                    <a:srgbClr val="000000"/>
                  </a:solidFill>
                  <a:latin typeface="Arial"/>
                </a:rPr>
                <a:t>-</a:t>
              </a: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)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171" name=""/>
            <p:cNvSpPr/>
            <p:nvPr/>
          </p:nvSpPr>
          <p:spPr>
            <a:xfrm>
              <a:off x="7772400" y="5931000"/>
              <a:ext cx="1003680" cy="34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(13/2</a:t>
              </a:r>
              <a:r>
                <a:rPr b="0" lang="en-US" sz="2000" spc="-1" strike="noStrike" baseline="33000">
                  <a:solidFill>
                    <a:srgbClr val="000000"/>
                  </a:solidFill>
                  <a:latin typeface="Arial"/>
                </a:rPr>
                <a:t>+</a:t>
              </a: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)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172" name=""/>
            <p:cNvSpPr/>
            <p:nvPr/>
          </p:nvSpPr>
          <p:spPr>
            <a:xfrm>
              <a:off x="7772400" y="5589360"/>
              <a:ext cx="1003680" cy="39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(13/2</a:t>
              </a:r>
              <a:r>
                <a:rPr b="0" lang="en-US" sz="2000" spc="-1" strike="noStrike" baseline="33000">
                  <a:solidFill>
                    <a:srgbClr val="000000"/>
                  </a:solidFill>
                  <a:latin typeface="Arial"/>
                </a:rPr>
                <a:t>-</a:t>
              </a: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)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173" name=""/>
            <p:cNvSpPr/>
            <p:nvPr/>
          </p:nvSpPr>
          <p:spPr>
            <a:xfrm>
              <a:off x="7772400" y="5254920"/>
              <a:ext cx="1003680" cy="34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(17</a:t>
              </a: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/2</a:t>
              </a:r>
              <a:r>
                <a:rPr b="0" lang="en-US" sz="2000" spc="-1" strike="noStrike" baseline="33000">
                  <a:solidFill>
                    <a:srgbClr val="000000"/>
                  </a:solidFill>
                  <a:latin typeface="Arial"/>
                </a:rPr>
                <a:t>-</a:t>
              </a:r>
              <a:r>
                <a:rPr b="0" lang="en-US" sz="2000" spc="-1" strike="noStrike">
                  <a:solidFill>
                    <a:srgbClr val="000000"/>
                  </a:solidFill>
                  <a:latin typeface="Arial"/>
                </a:rPr>
                <a:t>) 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174" name=""/>
            <p:cNvSpPr/>
            <p:nvPr/>
          </p:nvSpPr>
          <p:spPr>
            <a:xfrm rot="16200000">
              <a:off x="10107720" y="8544240"/>
              <a:ext cx="887040" cy="507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5400"/>
                  </a:moveTo>
                  <a:lnTo>
                    <a:pt x="5400" y="5400"/>
                  </a:lnTo>
                  <a:lnTo>
                    <a:pt x="5400" y="0"/>
                  </a:lnTo>
                  <a:lnTo>
                    <a:pt x="0" y="10800"/>
                  </a:lnTo>
                  <a:lnTo>
                    <a:pt x="5400" y="21600"/>
                  </a:lnTo>
                  <a:lnTo>
                    <a:pt x="5400" y="16200"/>
                  </a:lnTo>
                  <a:lnTo>
                    <a:pt x="21600" y="16200"/>
                  </a:lnTo>
                  <a:close/>
                </a:path>
              </a:pathLst>
            </a:custGeom>
            <a:solidFill>
              <a:srgbClr val="d0d0d0"/>
            </a:solidFill>
            <a:ln w="0">
              <a:solidFill>
                <a:srgbClr val="d0d0d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2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594</a:t>
              </a:r>
              <a:endParaRPr b="0" lang="en-US" sz="2200" spc="-1" strike="noStrike">
                <a:latin typeface="Arial"/>
              </a:endParaRPr>
            </a:p>
          </p:txBody>
        </p:sp>
        <p:sp>
          <p:nvSpPr>
            <p:cNvPr id="175" name=""/>
            <p:cNvSpPr/>
            <p:nvPr/>
          </p:nvSpPr>
          <p:spPr>
            <a:xfrm rot="16200000">
              <a:off x="9752760" y="7276680"/>
              <a:ext cx="1597320" cy="507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5400"/>
                  </a:moveTo>
                  <a:lnTo>
                    <a:pt x="5400" y="5400"/>
                  </a:lnTo>
                  <a:lnTo>
                    <a:pt x="5400" y="0"/>
                  </a:lnTo>
                  <a:lnTo>
                    <a:pt x="0" y="10800"/>
                  </a:lnTo>
                  <a:lnTo>
                    <a:pt x="5400" y="21600"/>
                  </a:lnTo>
                  <a:lnTo>
                    <a:pt x="5400" y="16200"/>
                  </a:lnTo>
                  <a:lnTo>
                    <a:pt x="21600" y="16200"/>
                  </a:lnTo>
                  <a:close/>
                </a:path>
              </a:pathLst>
            </a:custGeom>
            <a:solidFill>
              <a:srgbClr val="d0d0d0"/>
            </a:solidFill>
            <a:ln w="0">
              <a:solidFill>
                <a:srgbClr val="d0d0d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2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1044</a:t>
              </a:r>
              <a:endParaRPr b="0" lang="en-US" sz="2200" spc="-1" strike="noStrike">
                <a:latin typeface="Arial"/>
              </a:endParaRPr>
            </a:p>
          </p:txBody>
        </p:sp>
        <p:sp>
          <p:nvSpPr>
            <p:cNvPr id="176" name=""/>
            <p:cNvSpPr/>
            <p:nvPr/>
          </p:nvSpPr>
          <p:spPr>
            <a:xfrm rot="16200000">
              <a:off x="8446680" y="7948080"/>
              <a:ext cx="2941200" cy="506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6673"/>
                  </a:moveTo>
                  <a:lnTo>
                    <a:pt x="2344" y="6673"/>
                  </a:lnTo>
                  <a:lnTo>
                    <a:pt x="2344" y="0"/>
                  </a:lnTo>
                  <a:lnTo>
                    <a:pt x="0" y="10800"/>
                  </a:lnTo>
                  <a:lnTo>
                    <a:pt x="2344" y="21600"/>
                  </a:lnTo>
                  <a:lnTo>
                    <a:pt x="2344" y="14927"/>
                  </a:lnTo>
                  <a:lnTo>
                    <a:pt x="21600" y="14927"/>
                  </a:lnTo>
                  <a:close/>
                </a:path>
              </a:pathLst>
            </a:custGeom>
            <a:solidFill>
              <a:srgbClr val="d0d0d0"/>
            </a:solidFill>
            <a:ln w="0">
              <a:solidFill>
                <a:srgbClr val="d0d0d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2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1959</a:t>
              </a:r>
              <a:endParaRPr b="0" lang="en-US" sz="2200" spc="-1" strike="noStrike">
                <a:latin typeface="Arial"/>
              </a:endParaRPr>
            </a:p>
          </p:txBody>
        </p:sp>
        <p:sp>
          <p:nvSpPr>
            <p:cNvPr id="177" name=""/>
            <p:cNvSpPr/>
            <p:nvPr/>
          </p:nvSpPr>
          <p:spPr>
            <a:xfrm rot="16200000">
              <a:off x="7824960" y="7808400"/>
              <a:ext cx="3296880" cy="380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4964"/>
                  </a:moveTo>
                  <a:lnTo>
                    <a:pt x="1476" y="4964"/>
                  </a:lnTo>
                  <a:lnTo>
                    <a:pt x="1476" y="0"/>
                  </a:lnTo>
                  <a:lnTo>
                    <a:pt x="0" y="10800"/>
                  </a:lnTo>
                  <a:lnTo>
                    <a:pt x="1476" y="21600"/>
                  </a:lnTo>
                  <a:lnTo>
                    <a:pt x="1476" y="16636"/>
                  </a:lnTo>
                  <a:lnTo>
                    <a:pt x="21600" y="16636"/>
                  </a:lnTo>
                  <a:close/>
                </a:path>
              </a:pathLst>
            </a:custGeom>
            <a:solidFill>
              <a:srgbClr val="d0d0d0"/>
            </a:solidFill>
            <a:ln w="0">
              <a:solidFill>
                <a:srgbClr val="d0d0d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2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2241</a:t>
              </a:r>
              <a:endParaRPr b="0" lang="en-US" sz="2200" spc="-1" strike="noStrike">
                <a:latin typeface="Arial"/>
              </a:endParaRPr>
            </a:p>
          </p:txBody>
        </p:sp>
        <p:sp>
          <p:nvSpPr>
            <p:cNvPr id="178" name=""/>
            <p:cNvSpPr/>
            <p:nvPr/>
          </p:nvSpPr>
          <p:spPr>
            <a:xfrm rot="16200000">
              <a:off x="9250560" y="5876280"/>
              <a:ext cx="446040" cy="380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5400"/>
                  </a:moveTo>
                  <a:lnTo>
                    <a:pt x="5400" y="5400"/>
                  </a:lnTo>
                  <a:lnTo>
                    <a:pt x="5400" y="0"/>
                  </a:lnTo>
                  <a:lnTo>
                    <a:pt x="0" y="10800"/>
                  </a:lnTo>
                  <a:lnTo>
                    <a:pt x="5400" y="21600"/>
                  </a:lnTo>
                  <a:lnTo>
                    <a:pt x="5400" y="16200"/>
                  </a:lnTo>
                  <a:lnTo>
                    <a:pt x="21600" y="16200"/>
                  </a:lnTo>
                  <a:close/>
                </a:path>
              </a:pathLst>
            </a:custGeom>
            <a:solidFill>
              <a:srgbClr val="d0d0d0"/>
            </a:solidFill>
            <a:ln w="0">
              <a:solidFill>
                <a:srgbClr val="d0d0d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16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311</a:t>
              </a:r>
              <a:endParaRPr b="0" lang="en-US" sz="1600" spc="-1" strike="noStrike">
                <a:latin typeface="Arial"/>
              </a:endParaRPr>
            </a:p>
          </p:txBody>
        </p:sp>
        <p:sp>
          <p:nvSpPr>
            <p:cNvPr id="179" name=""/>
            <p:cNvSpPr/>
            <p:nvPr/>
          </p:nvSpPr>
          <p:spPr>
            <a:xfrm rot="16200000">
              <a:off x="9492120" y="6109920"/>
              <a:ext cx="912600" cy="379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21600" y="5400"/>
                  </a:moveTo>
                  <a:lnTo>
                    <a:pt x="5400" y="5400"/>
                  </a:lnTo>
                  <a:lnTo>
                    <a:pt x="5400" y="0"/>
                  </a:lnTo>
                  <a:lnTo>
                    <a:pt x="0" y="10800"/>
                  </a:lnTo>
                  <a:lnTo>
                    <a:pt x="5400" y="21600"/>
                  </a:lnTo>
                  <a:lnTo>
                    <a:pt x="5400" y="16200"/>
                  </a:lnTo>
                  <a:lnTo>
                    <a:pt x="21600" y="16200"/>
                  </a:lnTo>
                  <a:close/>
                </a:path>
              </a:pathLst>
            </a:custGeom>
            <a:solidFill>
              <a:srgbClr val="d0d0d0"/>
            </a:solidFill>
            <a:ln w="0">
              <a:solidFill>
                <a:srgbClr val="d0d0d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2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594</a:t>
              </a:r>
              <a:endParaRPr b="0" lang="en-US" sz="2200" spc="-1" strike="noStrike">
                <a:latin typeface="Arial"/>
              </a:endParaRPr>
            </a:p>
          </p:txBody>
        </p:sp>
        <p:sp>
          <p:nvSpPr>
            <p:cNvPr id="180" name=""/>
            <p:cNvSpPr/>
            <p:nvPr/>
          </p:nvSpPr>
          <p:spPr>
            <a:xfrm>
              <a:off x="8776440" y="5589360"/>
              <a:ext cx="506520" cy="2282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5902" y="0"/>
                  </a:moveTo>
                  <a:lnTo>
                    <a:pt x="5902" y="11272"/>
                  </a:lnTo>
                  <a:lnTo>
                    <a:pt x="0" y="11272"/>
                  </a:lnTo>
                  <a:lnTo>
                    <a:pt x="10800" y="21600"/>
                  </a:lnTo>
                  <a:lnTo>
                    <a:pt x="21600" y="11272"/>
                  </a:lnTo>
                  <a:lnTo>
                    <a:pt x="15698" y="11272"/>
                  </a:lnTo>
                  <a:lnTo>
                    <a:pt x="15698" y="0"/>
                  </a:lnTo>
                  <a:close/>
                </a:path>
              </a:pathLst>
            </a:custGeom>
            <a:solidFill>
              <a:srgbClr val="d0d0d0"/>
            </a:solidFill>
            <a:ln w="0">
              <a:solidFill>
                <a:srgbClr val="d0d0d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" name=""/>
            <p:cNvSpPr/>
            <p:nvPr/>
          </p:nvSpPr>
          <p:spPr>
            <a:xfrm>
              <a:off x="8776440" y="5589360"/>
              <a:ext cx="779760" cy="341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200" spc="-1" strike="noStrike">
                  <a:solidFill>
                    <a:srgbClr val="000000"/>
                  </a:solidFill>
                  <a:latin typeface="Arial"/>
                </a:rPr>
                <a:t>148</a:t>
              </a:r>
              <a:endParaRPr b="0" lang="en-US" sz="2200" spc="-1" strike="noStrike">
                <a:latin typeface="Arial"/>
              </a:endParaRPr>
            </a:p>
          </p:txBody>
        </p:sp>
        <p:sp>
          <p:nvSpPr>
            <p:cNvPr id="182" name=""/>
            <p:cNvSpPr/>
            <p:nvPr/>
          </p:nvSpPr>
          <p:spPr>
            <a:xfrm>
              <a:off x="8522640" y="8900280"/>
              <a:ext cx="760320" cy="34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i="1" lang="en-US" sz="2000" spc="-1" strike="noStrike">
                  <a:solidFill>
                    <a:srgbClr val="ff0000"/>
                  </a:solidFill>
                  <a:latin typeface="Arial"/>
                </a:rPr>
                <a:t>3.5 s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183" name=""/>
            <p:cNvSpPr/>
            <p:nvPr/>
          </p:nvSpPr>
          <p:spPr>
            <a:xfrm>
              <a:off x="8475120" y="5248440"/>
              <a:ext cx="1521360" cy="34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i="1" lang="en-US" sz="2000" spc="-1" strike="noStrike">
                  <a:solidFill>
                    <a:srgbClr val="ff0000"/>
                  </a:solidFill>
                  <a:latin typeface="Arial"/>
                </a:rPr>
                <a:t>0.43 </a:t>
              </a:r>
              <a:r>
                <a:rPr b="0" i="1" lang="en-US" sz="2000" spc="-1" strike="noStrike">
                  <a:solidFill>
                    <a:srgbClr val="ff0000"/>
                  </a:solidFill>
                  <a:latin typeface="Arial"/>
                  <a:ea typeface="Arial"/>
                </a:rPr>
                <a:t>μs</a:t>
              </a:r>
              <a:endParaRPr b="0" lang="en-US" sz="2000" spc="-1" strike="noStrike">
                <a:latin typeface="Arial"/>
              </a:endParaRPr>
            </a:p>
          </p:txBody>
        </p:sp>
        <mc:AlternateContent>
          <mc:Choice xmlns:a14="http://schemas.microsoft.com/office/drawing/2010/main" Requires="a14">
            <p:sp>
              <p:nvSpPr>
                <p:cNvPr id="184" name=""/>
                <p:cNvSpPr txBox="1"/>
                <p:nvPr/>
              </p:nvSpPr>
              <p:spPr>
                <a:xfrm>
                  <a:off x="7927560" y="9164880"/>
                  <a:ext cx="39600" cy="9360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/>
                  </a14:m>
                </a:p>
              </p:txBody>
            </p:sp>
          </mc:Choice>
          <mc:Fallback/>
        </mc:AlternateContent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" dur="indefinite" restart="never" nodeType="tmRoot">
          <p:childTnLst>
            <p:seq>
              <p:cTn id="16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50160" y="388800"/>
            <a:ext cx="11703600" cy="162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7569" spc="-1" strike="noStrike">
              <a:latin typeface="Arial"/>
            </a:endParaRPr>
          </a:p>
        </p:txBody>
      </p:sp>
      <p:pic>
        <p:nvPicPr>
          <p:cNvPr id="18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3004280" cy="9451080"/>
          </a:xfrm>
          <a:prstGeom prst="rect">
            <a:avLst/>
          </a:prstGeom>
          <a:ln w="0">
            <a:noFill/>
          </a:ln>
        </p:spPr>
      </p:pic>
      <p:pic>
        <p:nvPicPr>
          <p:cNvPr id="187" name="" descr=""/>
          <p:cNvPicPr/>
          <p:nvPr/>
        </p:nvPicPr>
        <p:blipFill>
          <a:blip r:embed="rId2"/>
          <a:stretch/>
        </p:blipFill>
        <p:spPr>
          <a:xfrm>
            <a:off x="0" y="482040"/>
            <a:ext cx="13004280" cy="843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" dur="indefinite" restart="never" nodeType="tmRoot">
          <p:childTnLst>
            <p:seq>
              <p:cTn id="22" dur="indefinite" nodeType="mainSeq">
                <p:childTnLst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Num" idx="7"/>
          </p:nvPr>
        </p:nvSpPr>
        <p:spPr>
          <a:xfrm>
            <a:off x="696240" y="309600"/>
            <a:ext cx="5109120" cy="717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7AF3E15B-4B0A-499A-B0BC-5EBD6DB34998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title"/>
          </p:nvPr>
        </p:nvSpPr>
        <p:spPr>
          <a:xfrm>
            <a:off x="282960" y="169560"/>
            <a:ext cx="10149480" cy="1862640"/>
          </a:xfrm>
          <a:prstGeom prst="rect">
            <a:avLst/>
          </a:prstGeom>
          <a:noFill/>
          <a:ln w="0">
            <a:noFill/>
          </a:ln>
        </p:spPr>
        <p:txBody>
          <a:bodyPr lIns="0" rIns="0" tIns="234000" bIns="0" anchor="t">
            <a:noAutofit/>
          </a:bodyPr>
          <a:p>
            <a:pPr marL="6804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5000" spc="233" strike="noStrike">
                <a:solidFill>
                  <a:srgbClr val="000000"/>
                </a:solidFill>
                <a:latin typeface="Yu Gothic"/>
              </a:rPr>
              <a:t>Summary</a:t>
            </a:r>
            <a:endParaRPr b="0" lang="en-US" sz="5000" spc="-1" strike="noStrike">
              <a:latin typeface="Arial"/>
            </a:endParaRPr>
          </a:p>
        </p:txBody>
      </p:sp>
      <p:sp>
        <p:nvSpPr>
          <p:cNvPr id="190" name="object 100"/>
          <p:cNvSpPr/>
          <p:nvPr/>
        </p:nvSpPr>
        <p:spPr>
          <a:xfrm>
            <a:off x="906840" y="1922400"/>
            <a:ext cx="11331720" cy="361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54160" indent="-228600">
              <a:lnSpc>
                <a:spcPct val="125000"/>
              </a:lnSpc>
              <a:spcBef>
                <a:spcPts val="99"/>
              </a:spcBef>
              <a:buClr>
                <a:srgbClr val="000000"/>
              </a:buClr>
              <a:buFont typeface="Symbol" charset="2"/>
              <a:buChar char=""/>
              <a:tabLst>
                <a:tab algn="l" pos="254160"/>
              </a:tabLst>
            </a:pPr>
            <a:endParaRPr b="0" lang="en-US" sz="1800" spc="-1" strike="noStrike">
              <a:latin typeface="Arial"/>
            </a:endParaRPr>
          </a:p>
          <a:p>
            <a:pPr marL="254160" indent="-228600">
              <a:lnSpc>
                <a:spcPct val="129000"/>
              </a:lnSpc>
              <a:spcBef>
                <a:spcPts val="510"/>
              </a:spcBef>
              <a:buClr>
                <a:srgbClr val="000000"/>
              </a:buClr>
              <a:buFont typeface="Symbol" charset="2"/>
              <a:buChar char=""/>
              <a:tabLst>
                <a:tab algn="l" pos="254160"/>
              </a:tabLst>
            </a:pPr>
            <a:r>
              <a:rPr b="0" lang="en-US" sz="2800" spc="143" strike="noStrike">
                <a:latin typeface="Yu Gothic"/>
              </a:rPr>
              <a:t>We</a:t>
            </a:r>
            <a:r>
              <a:rPr b="0" lang="en-US" sz="2800" spc="168" strike="noStrike">
                <a:latin typeface="Yu Gothic"/>
              </a:rPr>
              <a:t> </a:t>
            </a:r>
            <a:r>
              <a:rPr b="0" lang="en-US" sz="2800" spc="58" strike="noStrike">
                <a:latin typeface="Yu Gothic"/>
              </a:rPr>
              <a:t>re-</a:t>
            </a:r>
            <a:r>
              <a:rPr b="0" lang="en-US" sz="2800" spc="72" strike="noStrike">
                <a:latin typeface="Yu Gothic"/>
              </a:rPr>
              <a:t>measured</a:t>
            </a:r>
            <a:r>
              <a:rPr b="0" lang="en-US" sz="2800" spc="174" strike="noStrike">
                <a:latin typeface="Yu Gothic"/>
              </a:rPr>
              <a:t> </a:t>
            </a:r>
            <a:r>
              <a:rPr b="0" lang="en-US" sz="2800" spc="94" strike="noStrike">
                <a:latin typeface="Yu Gothic"/>
              </a:rPr>
              <a:t>the</a:t>
            </a:r>
            <a:r>
              <a:rPr b="0" lang="en-US" sz="2800" spc="174" strike="noStrike">
                <a:latin typeface="Yu Gothic"/>
              </a:rPr>
              <a:t> </a:t>
            </a:r>
            <a:r>
              <a:rPr b="0" lang="en-US" sz="2779" spc="-1" strike="noStrike" baseline="24000">
                <a:latin typeface="Yu Gothic"/>
              </a:rPr>
              <a:t>68</a:t>
            </a:r>
            <a:r>
              <a:rPr b="0" lang="en-US" sz="2800" spc="-1" strike="noStrike">
                <a:latin typeface="Yu Gothic"/>
              </a:rPr>
              <a:t>Ni(</a:t>
            </a:r>
            <a:r>
              <a:rPr b="0" i="1" lang="en-US" sz="2800" spc="-1" strike="noStrike">
                <a:latin typeface="Times New Roman"/>
              </a:rPr>
              <a:t>p,d</a:t>
            </a:r>
            <a:r>
              <a:rPr b="0" lang="en-US" sz="2800" spc="-1" strike="noStrike">
                <a:latin typeface="Yu Gothic"/>
              </a:rPr>
              <a:t>)</a:t>
            </a:r>
            <a:r>
              <a:rPr b="0" lang="en-US" sz="2779" spc="-1" strike="noStrike" baseline="24000">
                <a:latin typeface="Yu Gothic"/>
              </a:rPr>
              <a:t>69</a:t>
            </a:r>
            <a:r>
              <a:rPr b="0" lang="en-US" sz="2800" spc="-1" strike="noStrike">
                <a:latin typeface="Yu Gothic"/>
              </a:rPr>
              <a:t>Ni</a:t>
            </a:r>
            <a:r>
              <a:rPr b="0" lang="en-US" sz="2800" spc="168" strike="noStrike">
                <a:latin typeface="Yu Gothic"/>
              </a:rPr>
              <a:t> </a:t>
            </a:r>
            <a:r>
              <a:rPr b="0" lang="en-US" sz="2800" spc="89" strike="noStrike">
                <a:latin typeface="Yu Gothic"/>
              </a:rPr>
              <a:t>reaction</a:t>
            </a:r>
            <a:r>
              <a:rPr b="0" lang="en-US" sz="2800" spc="174" strike="noStrike">
                <a:latin typeface="Yu Gothic"/>
              </a:rPr>
              <a:t> </a:t>
            </a:r>
            <a:r>
              <a:rPr b="0" lang="en-US" sz="2800" spc="182" strike="noStrike">
                <a:latin typeface="Yu Gothic"/>
              </a:rPr>
              <a:t>for</a:t>
            </a:r>
            <a:r>
              <a:rPr b="0" lang="en-US" sz="2800" spc="174" strike="noStrike">
                <a:latin typeface="Yu Gothic"/>
              </a:rPr>
              <a:t> </a:t>
            </a:r>
            <a:r>
              <a:rPr b="0" lang="en-US" sz="2800" spc="128" strike="noStrike">
                <a:latin typeface="Yu Gothic"/>
              </a:rPr>
              <a:t>spectroscopy </a:t>
            </a:r>
            <a:r>
              <a:rPr b="0" lang="en-US" sz="2800" spc="174" strike="noStrike">
                <a:latin typeface="Yu Gothic"/>
              </a:rPr>
              <a:t>of</a:t>
            </a:r>
            <a:r>
              <a:rPr b="0" lang="en-US" sz="2800" spc="157" strike="noStrike">
                <a:latin typeface="Yu Gothic"/>
              </a:rPr>
              <a:t> </a:t>
            </a:r>
            <a:r>
              <a:rPr b="0" lang="en-US" sz="2800" spc="94" strike="noStrike">
                <a:latin typeface="Yu Gothic"/>
              </a:rPr>
              <a:t>the</a:t>
            </a:r>
            <a:r>
              <a:rPr b="0" lang="en-US" sz="2800" spc="157" strike="noStrike">
                <a:latin typeface="Yu Gothic"/>
              </a:rPr>
              <a:t> </a:t>
            </a:r>
            <a:r>
              <a:rPr b="0" lang="en-US" sz="2800" spc="109" strike="noStrike">
                <a:latin typeface="Yu Gothic"/>
              </a:rPr>
              <a:t>neutron</a:t>
            </a:r>
            <a:r>
              <a:rPr b="0" lang="en-US" sz="2800" spc="157" strike="noStrike">
                <a:latin typeface="Yu Gothic"/>
              </a:rPr>
              <a:t> </a:t>
            </a:r>
            <a:r>
              <a:rPr b="0" lang="en-US" sz="2800" spc="69" strike="noStrike">
                <a:latin typeface="Yu Gothic"/>
              </a:rPr>
              <a:t>particle</a:t>
            </a:r>
            <a:r>
              <a:rPr b="0" lang="en-US" sz="2800" spc="157" strike="noStrike">
                <a:latin typeface="Yu Gothic"/>
              </a:rPr>
              <a:t> </a:t>
            </a:r>
            <a:r>
              <a:rPr b="0" lang="en-US" sz="2800" spc="72" strike="noStrike">
                <a:latin typeface="Yu Gothic"/>
              </a:rPr>
              <a:t>states</a:t>
            </a:r>
            <a:r>
              <a:rPr b="0" lang="en-US" sz="2800" spc="157" strike="noStrike">
                <a:latin typeface="Yu Gothic"/>
              </a:rPr>
              <a:t> </a:t>
            </a:r>
            <a:r>
              <a:rPr b="0" lang="en-US" sz="2800" spc="-1" strike="noStrike">
                <a:latin typeface="Yu Gothic"/>
              </a:rPr>
              <a:t>with</a:t>
            </a:r>
            <a:r>
              <a:rPr b="0" lang="en-US" sz="2800" spc="157" strike="noStrike">
                <a:latin typeface="Yu Gothic"/>
              </a:rPr>
              <a:t> </a:t>
            </a:r>
            <a:r>
              <a:rPr b="0" lang="en-US" sz="2800" spc="148" strike="noStrike">
                <a:latin typeface="Yu Gothic"/>
              </a:rPr>
              <a:t>upgraded</a:t>
            </a:r>
            <a:r>
              <a:rPr b="0" lang="en-US" sz="2800" spc="162" strike="noStrike">
                <a:latin typeface="Yu Gothic"/>
              </a:rPr>
              <a:t> </a:t>
            </a:r>
            <a:r>
              <a:rPr b="0" lang="en-US" sz="2800" spc="72" strike="noStrike">
                <a:latin typeface="Yu Gothic"/>
              </a:rPr>
              <a:t>setup,</a:t>
            </a:r>
            <a:r>
              <a:rPr b="0" lang="en-US" sz="2800" spc="157" strike="noStrike">
                <a:latin typeface="Yu Gothic"/>
              </a:rPr>
              <a:t> </a:t>
            </a:r>
            <a:r>
              <a:rPr b="0" lang="en-US" sz="2800" spc="-12" strike="noStrike">
                <a:latin typeface="Yu Gothic"/>
              </a:rPr>
              <a:t>slow- </a:t>
            </a:r>
            <a:r>
              <a:rPr b="0" lang="en-US" sz="2800" spc="97" strike="noStrike">
                <a:latin typeface="Yu Gothic"/>
              </a:rPr>
              <a:t>downed</a:t>
            </a:r>
            <a:r>
              <a:rPr b="0" lang="en-US" sz="2800" spc="168" strike="noStrike">
                <a:latin typeface="Yu Gothic"/>
              </a:rPr>
              <a:t> </a:t>
            </a:r>
            <a:r>
              <a:rPr b="0" lang="en-US" sz="2800" spc="72" strike="noStrike">
                <a:latin typeface="Yu Gothic"/>
              </a:rPr>
              <a:t>beam,</a:t>
            </a:r>
            <a:r>
              <a:rPr b="0" lang="en-US" sz="2800" spc="174" strike="noStrike">
                <a:latin typeface="Yu Gothic"/>
              </a:rPr>
              <a:t> </a:t>
            </a:r>
            <a:r>
              <a:rPr b="0" lang="en-US" sz="2800" spc="49" strike="noStrike">
                <a:latin typeface="Yu Gothic"/>
              </a:rPr>
              <a:t>new</a:t>
            </a:r>
            <a:r>
              <a:rPr b="0" lang="en-US" sz="2800" spc="174" strike="noStrike">
                <a:latin typeface="Yu Gothic"/>
              </a:rPr>
              <a:t> </a:t>
            </a:r>
            <a:r>
              <a:rPr b="0" lang="en-US" sz="2800" spc="117" strike="noStrike">
                <a:latin typeface="Yu Gothic"/>
              </a:rPr>
              <a:t>detectors</a:t>
            </a:r>
            <a:r>
              <a:rPr b="0" lang="en-US" sz="2800" spc="168" strike="noStrike">
                <a:latin typeface="Yu Gothic"/>
              </a:rPr>
              <a:t> </a:t>
            </a:r>
            <a:r>
              <a:rPr b="0" lang="en-US" sz="2800" spc="94" strike="noStrike">
                <a:latin typeface="Yu Gothic"/>
              </a:rPr>
              <a:t>and</a:t>
            </a:r>
            <a:r>
              <a:rPr b="0" lang="en-US" sz="2800" spc="174" strike="noStrike">
                <a:latin typeface="Yu Gothic"/>
              </a:rPr>
              <a:t> </a:t>
            </a:r>
            <a:r>
              <a:rPr b="0" lang="en-US" sz="2800" spc="-1" strike="noStrike">
                <a:latin typeface="Yu Gothic"/>
              </a:rPr>
              <a:t>thin</a:t>
            </a:r>
            <a:r>
              <a:rPr b="0" lang="en-US" sz="2800" spc="174" strike="noStrike">
                <a:latin typeface="Yu Gothic"/>
              </a:rPr>
              <a:t> </a:t>
            </a:r>
            <a:r>
              <a:rPr b="0" lang="en-US" sz="2800" spc="83" strike="noStrike">
                <a:latin typeface="Yu Gothic"/>
              </a:rPr>
              <a:t>target.</a:t>
            </a:r>
            <a:endParaRPr b="0" lang="en-US" sz="2800" spc="-1" strike="noStrike">
              <a:latin typeface="Arial"/>
            </a:endParaRPr>
          </a:p>
          <a:p>
            <a:pPr marL="254160" indent="-228600">
              <a:lnSpc>
                <a:spcPct val="125000"/>
              </a:lnSpc>
              <a:buClr>
                <a:srgbClr val="000000"/>
              </a:buClr>
              <a:buFont typeface="Symbol" charset="2"/>
              <a:buChar char=""/>
              <a:tabLst>
                <a:tab algn="l" pos="254160"/>
              </a:tabLst>
            </a:pPr>
            <a:r>
              <a:rPr b="0" lang="en-US" sz="2800" spc="279" strike="noStrike">
                <a:latin typeface="Yu Gothic"/>
              </a:rPr>
              <a:t>24</a:t>
            </a:r>
            <a:r>
              <a:rPr b="0" lang="en-US" sz="2800" spc="128" strike="noStrike">
                <a:latin typeface="Yu Gothic"/>
              </a:rPr>
              <a:t> </a:t>
            </a:r>
            <a:r>
              <a:rPr b="0" lang="en-US" sz="2800" spc="-1" strike="noStrike">
                <a:latin typeface="Yu Gothic"/>
              </a:rPr>
              <a:t>UTs</a:t>
            </a:r>
            <a:r>
              <a:rPr b="0" lang="en-US" sz="2800" spc="134" strike="noStrike">
                <a:latin typeface="Yu Gothic"/>
              </a:rPr>
              <a:t> </a:t>
            </a:r>
            <a:r>
              <a:rPr b="0" lang="en-US" sz="2800" spc="94" strike="noStrike">
                <a:latin typeface="Yu Gothic"/>
              </a:rPr>
              <a:t>are</a:t>
            </a:r>
            <a:r>
              <a:rPr b="0" lang="en-US" sz="2800" spc="128" strike="noStrike">
                <a:latin typeface="Yu Gothic"/>
              </a:rPr>
              <a:t> </a:t>
            </a:r>
            <a:r>
              <a:rPr b="0" lang="en-US" sz="2800" spc="111" strike="noStrike">
                <a:latin typeface="Yu Gothic"/>
              </a:rPr>
              <a:t>requested</a:t>
            </a:r>
            <a:r>
              <a:rPr b="0" lang="en-US" sz="2800" spc="134" strike="noStrike">
                <a:latin typeface="Yu Gothic"/>
              </a:rPr>
              <a:t> </a:t>
            </a:r>
            <a:r>
              <a:rPr b="0" lang="en-US" sz="2800" spc="182" strike="noStrike">
                <a:latin typeface="Yu Gothic"/>
              </a:rPr>
              <a:t>for</a:t>
            </a:r>
            <a:r>
              <a:rPr b="0" lang="en-US" sz="2800" spc="134" strike="noStrike">
                <a:latin typeface="Yu Gothic"/>
              </a:rPr>
              <a:t> </a:t>
            </a:r>
            <a:r>
              <a:rPr b="0" lang="en-US" sz="2800" spc="94" strike="noStrike">
                <a:latin typeface="Yu Gothic"/>
              </a:rPr>
              <a:t>the</a:t>
            </a:r>
            <a:r>
              <a:rPr b="0" lang="en-US" sz="2800" spc="128" strike="noStrike">
                <a:latin typeface="Yu Gothic"/>
              </a:rPr>
              <a:t> </a:t>
            </a:r>
            <a:r>
              <a:rPr b="0" lang="en-US" sz="2800" spc="94" strike="noStrike">
                <a:latin typeface="Yu Gothic"/>
              </a:rPr>
              <a:t>physics</a:t>
            </a:r>
            <a:r>
              <a:rPr b="0" lang="en-US" sz="2800" spc="134" strike="noStrike">
                <a:latin typeface="Yu Gothic"/>
              </a:rPr>
              <a:t> </a:t>
            </a:r>
            <a:r>
              <a:rPr b="0" lang="en-US" sz="2800" spc="109" strike="noStrike">
                <a:latin typeface="Yu Gothic"/>
              </a:rPr>
              <a:t>measurement</a:t>
            </a:r>
            <a:r>
              <a:rPr b="0" lang="en-US" sz="2800" spc="134" strike="noStrike">
                <a:latin typeface="Yu Gothic"/>
              </a:rPr>
              <a:t> </a:t>
            </a:r>
            <a:r>
              <a:rPr b="0" lang="en-US" sz="2800" spc="94" strike="noStrike">
                <a:latin typeface="Yu Gothic"/>
              </a:rPr>
              <a:t>and</a:t>
            </a:r>
            <a:r>
              <a:rPr b="0" lang="en-US" sz="2800" spc="128" strike="noStrike">
                <a:latin typeface="Yu Gothic"/>
              </a:rPr>
              <a:t> </a:t>
            </a:r>
            <a:r>
              <a:rPr b="0" lang="en-US" sz="2800" spc="262" strike="noStrike">
                <a:latin typeface="Yu Gothic"/>
              </a:rPr>
              <a:t>5</a:t>
            </a:r>
            <a:r>
              <a:rPr b="0" lang="en-US" sz="2800" spc="134" strike="noStrike">
                <a:latin typeface="Yu Gothic"/>
              </a:rPr>
              <a:t> </a:t>
            </a:r>
            <a:r>
              <a:rPr b="0" lang="en-US" sz="2800" spc="-26" strike="noStrike">
                <a:latin typeface="Yu Gothic"/>
              </a:rPr>
              <a:t>UTs </a:t>
            </a:r>
            <a:r>
              <a:rPr b="0" lang="en-US" sz="2800" spc="182" strike="noStrike">
                <a:latin typeface="Yu Gothic"/>
              </a:rPr>
              <a:t>for</a:t>
            </a:r>
            <a:r>
              <a:rPr b="0" lang="en-US" sz="2800" spc="134" strike="noStrike">
                <a:latin typeface="Yu Gothic"/>
              </a:rPr>
              <a:t> </a:t>
            </a:r>
            <a:r>
              <a:rPr b="0" lang="en-US" sz="2800" spc="94" strike="noStrike">
                <a:latin typeface="Yu Gothic"/>
              </a:rPr>
              <a:t>the</a:t>
            </a:r>
            <a:r>
              <a:rPr b="0" lang="en-US" sz="2800" spc="137" strike="noStrike">
                <a:latin typeface="Yu Gothic"/>
              </a:rPr>
              <a:t> </a:t>
            </a:r>
            <a:r>
              <a:rPr b="0" lang="en-US" sz="2800" spc="72" strike="noStrike">
                <a:latin typeface="Yu Gothic"/>
              </a:rPr>
              <a:t>tuning,</a:t>
            </a:r>
            <a:r>
              <a:rPr b="0" lang="en-US" sz="2800" spc="137" strike="noStrike">
                <a:latin typeface="Yu Gothic"/>
              </a:rPr>
              <a:t> </a:t>
            </a:r>
            <a:r>
              <a:rPr b="0" lang="en-US" sz="2800" spc="-1" strike="noStrike">
                <a:latin typeface="Yu Gothic"/>
              </a:rPr>
              <a:t>in</a:t>
            </a:r>
            <a:r>
              <a:rPr b="0" lang="en-US" sz="2800" spc="137" strike="noStrike">
                <a:latin typeface="Yu Gothic"/>
              </a:rPr>
              <a:t> </a:t>
            </a:r>
            <a:r>
              <a:rPr b="0" lang="en-US" sz="2800" spc="69" strike="noStrike">
                <a:latin typeface="Yu Gothic"/>
              </a:rPr>
              <a:t>total</a:t>
            </a:r>
            <a:r>
              <a:rPr b="0" lang="en-US" sz="2800" spc="134" strike="noStrike">
                <a:latin typeface="Yu Gothic"/>
              </a:rPr>
              <a:t> </a:t>
            </a:r>
            <a:r>
              <a:rPr b="0" lang="en-US" sz="2800" spc="262" strike="noStrike">
                <a:latin typeface="Yu Gothic"/>
              </a:rPr>
              <a:t>29</a:t>
            </a:r>
            <a:r>
              <a:rPr b="0" lang="en-US" sz="2800" spc="137" strike="noStrike">
                <a:latin typeface="Yu Gothic"/>
              </a:rPr>
              <a:t> </a:t>
            </a:r>
            <a:r>
              <a:rPr b="0" lang="en-US" sz="2800" spc="-21" strike="noStrike">
                <a:latin typeface="Yu Gothic"/>
              </a:rPr>
              <a:t>UTs.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282960" y="169560"/>
            <a:ext cx="10149480" cy="1862640"/>
          </a:xfrm>
          <a:prstGeom prst="rect">
            <a:avLst/>
          </a:prstGeom>
          <a:noFill/>
          <a:ln w="0">
            <a:noFill/>
          </a:ln>
        </p:spPr>
        <p:txBody>
          <a:bodyPr lIns="0" rIns="0" tIns="234000" bIns="0" anchor="t">
            <a:noAutofit/>
          </a:bodyPr>
          <a:p>
            <a:pPr marL="6804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5000" spc="111" strike="noStrike">
                <a:solidFill>
                  <a:srgbClr val="000000"/>
                </a:solidFill>
                <a:latin typeface="Yu Gothic"/>
              </a:rPr>
              <a:t>Recoil</a:t>
            </a:r>
            <a:r>
              <a:rPr b="0" lang="en-US" sz="5000" spc="259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0" lang="en-US" sz="5000" spc="123" strike="noStrike">
                <a:solidFill>
                  <a:srgbClr val="000000"/>
                </a:solidFill>
                <a:latin typeface="Yu Gothic"/>
              </a:rPr>
              <a:t>particle</a:t>
            </a:r>
            <a:r>
              <a:rPr b="0" lang="en-US" sz="5000" spc="259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0" lang="en-US" sz="5000" spc="180" strike="noStrike">
                <a:solidFill>
                  <a:srgbClr val="000000"/>
                </a:solidFill>
                <a:latin typeface="Yu Gothic"/>
              </a:rPr>
              <a:t>detection</a:t>
            </a:r>
            <a:endParaRPr b="0" lang="en-US" sz="5000" spc="-1" strike="noStrike">
              <a:latin typeface="Arial"/>
            </a:endParaRPr>
          </a:p>
        </p:txBody>
      </p:sp>
      <p:sp>
        <p:nvSpPr>
          <p:cNvPr id="192" name="object 3"/>
          <p:cNvSpPr/>
          <p:nvPr/>
        </p:nvSpPr>
        <p:spPr>
          <a:xfrm>
            <a:off x="6537240" y="9289800"/>
            <a:ext cx="32616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1800" spc="154" strike="noStrike">
                <a:latin typeface="Yu Gothic"/>
              </a:rPr>
              <a:t>10</a:t>
            </a:r>
            <a:endParaRPr b="0" lang="en-US" sz="1800" spc="-1" strike="noStrike">
              <a:latin typeface="Arial"/>
            </a:endParaRPr>
          </a:p>
        </p:txBody>
      </p:sp>
      <p:grpSp>
        <p:nvGrpSpPr>
          <p:cNvPr id="193" name="object 4"/>
          <p:cNvGrpSpPr/>
          <p:nvPr/>
        </p:nvGrpSpPr>
        <p:grpSpPr>
          <a:xfrm>
            <a:off x="1693800" y="1319400"/>
            <a:ext cx="7326720" cy="7943400"/>
            <a:chOff x="1693800" y="1319400"/>
            <a:chExt cx="7326720" cy="7943400"/>
          </a:xfrm>
        </p:grpSpPr>
        <p:pic>
          <p:nvPicPr>
            <p:cNvPr id="194" name="object 5" descr=""/>
            <p:cNvPicPr/>
            <p:nvPr/>
          </p:nvPicPr>
          <p:blipFill>
            <a:blip r:embed="rId1"/>
            <a:stretch/>
          </p:blipFill>
          <p:spPr>
            <a:xfrm>
              <a:off x="3983760" y="4368240"/>
              <a:ext cx="5036760" cy="48945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95" name="object 6"/>
            <p:cNvSpPr/>
            <p:nvPr/>
          </p:nvSpPr>
          <p:spPr>
            <a:xfrm>
              <a:off x="1693800" y="1319400"/>
              <a:ext cx="3447000" cy="3265560"/>
            </a:xfrm>
            <a:custGeom>
              <a:avLst/>
              <a:gdLst/>
              <a:ahLst/>
              <a:rect l="l" t="t" r="r" b="b"/>
              <a:pathLst>
                <a:path w="3447415" h="3265804">
                  <a:moveTo>
                    <a:pt x="3447354" y="0"/>
                  </a:moveTo>
                  <a:lnTo>
                    <a:pt x="0" y="0"/>
                  </a:lnTo>
                  <a:lnTo>
                    <a:pt x="0" y="3265559"/>
                  </a:lnTo>
                  <a:lnTo>
                    <a:pt x="3447354" y="3265559"/>
                  </a:lnTo>
                  <a:lnTo>
                    <a:pt x="344735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" name="object 7"/>
            <p:cNvSpPr/>
            <p:nvPr/>
          </p:nvSpPr>
          <p:spPr>
            <a:xfrm>
              <a:off x="2271600" y="1389960"/>
              <a:ext cx="2862720" cy="2687040"/>
            </a:xfrm>
            <a:custGeom>
              <a:avLst/>
              <a:gdLst/>
              <a:ahLst/>
              <a:rect l="l" t="t" r="r" b="b"/>
              <a:pathLst>
                <a:path w="2863215" h="2687320">
                  <a:moveTo>
                    <a:pt x="0" y="2687106"/>
                  </a:moveTo>
                  <a:lnTo>
                    <a:pt x="2862899" y="2687106"/>
                  </a:lnTo>
                  <a:lnTo>
                    <a:pt x="2862899" y="2"/>
                  </a:lnTo>
                  <a:lnTo>
                    <a:pt x="0" y="2"/>
                  </a:lnTo>
                  <a:lnTo>
                    <a:pt x="0" y="2687106"/>
                  </a:lnTo>
                  <a:close/>
                </a:path>
                <a:path w="2863215" h="2687320">
                  <a:moveTo>
                    <a:pt x="0" y="2687106"/>
                  </a:moveTo>
                  <a:lnTo>
                    <a:pt x="2862900" y="2687106"/>
                  </a:lnTo>
                </a:path>
                <a:path w="2863215" h="2687320">
                  <a:moveTo>
                    <a:pt x="0" y="2606493"/>
                  </a:moveTo>
                  <a:lnTo>
                    <a:pt x="0" y="2687106"/>
                  </a:lnTo>
                </a:path>
                <a:path w="2863215" h="2687320">
                  <a:moveTo>
                    <a:pt x="99405" y="2646799"/>
                  </a:moveTo>
                  <a:lnTo>
                    <a:pt x="99405" y="2687106"/>
                  </a:lnTo>
                </a:path>
                <a:path w="2863215" h="2687320">
                  <a:moveTo>
                    <a:pt x="198810" y="2646799"/>
                  </a:moveTo>
                  <a:lnTo>
                    <a:pt x="198810" y="2687106"/>
                  </a:lnTo>
                </a:path>
                <a:path w="2863215" h="2687320">
                  <a:moveTo>
                    <a:pt x="298216" y="2646799"/>
                  </a:moveTo>
                  <a:lnTo>
                    <a:pt x="298216" y="2687106"/>
                  </a:lnTo>
                </a:path>
                <a:path w="2863215" h="2687320">
                  <a:moveTo>
                    <a:pt x="397617" y="2646799"/>
                  </a:moveTo>
                  <a:lnTo>
                    <a:pt x="397617" y="2687106"/>
                  </a:lnTo>
                </a:path>
                <a:path w="2863215" h="2687320">
                  <a:moveTo>
                    <a:pt x="497025" y="2606493"/>
                  </a:moveTo>
                  <a:lnTo>
                    <a:pt x="497025" y="2687106"/>
                  </a:lnTo>
                </a:path>
                <a:path w="2863215" h="2687320">
                  <a:moveTo>
                    <a:pt x="596433" y="2646799"/>
                  </a:moveTo>
                  <a:lnTo>
                    <a:pt x="596433" y="2687106"/>
                  </a:lnTo>
                </a:path>
                <a:path w="2863215" h="2687320">
                  <a:moveTo>
                    <a:pt x="695834" y="2646799"/>
                  </a:moveTo>
                  <a:lnTo>
                    <a:pt x="695834" y="2687106"/>
                  </a:lnTo>
                </a:path>
                <a:path w="2863215" h="2687320">
                  <a:moveTo>
                    <a:pt x="795241" y="2646799"/>
                  </a:moveTo>
                  <a:lnTo>
                    <a:pt x="795241" y="2687106"/>
                  </a:lnTo>
                </a:path>
                <a:path w="2863215" h="2687320">
                  <a:moveTo>
                    <a:pt x="894649" y="2646799"/>
                  </a:moveTo>
                  <a:lnTo>
                    <a:pt x="894649" y="2687106"/>
                  </a:lnTo>
                </a:path>
                <a:path w="2863215" h="2687320">
                  <a:moveTo>
                    <a:pt x="994050" y="2606493"/>
                  </a:moveTo>
                  <a:lnTo>
                    <a:pt x="994050" y="2687106"/>
                  </a:lnTo>
                </a:path>
                <a:path w="2863215" h="2687320">
                  <a:moveTo>
                    <a:pt x="1093458" y="2646799"/>
                  </a:moveTo>
                  <a:lnTo>
                    <a:pt x="1093458" y="2687106"/>
                  </a:lnTo>
                </a:path>
                <a:path w="2863215" h="2687320">
                  <a:moveTo>
                    <a:pt x="1192865" y="2646799"/>
                  </a:moveTo>
                  <a:lnTo>
                    <a:pt x="1192865" y="2687106"/>
                  </a:lnTo>
                </a:path>
                <a:path w="2863215" h="2687320">
                  <a:moveTo>
                    <a:pt x="1292266" y="2646799"/>
                  </a:moveTo>
                  <a:lnTo>
                    <a:pt x="1292266" y="2687106"/>
                  </a:lnTo>
                </a:path>
                <a:path w="2863215" h="2687320">
                  <a:moveTo>
                    <a:pt x="1391674" y="2646799"/>
                  </a:moveTo>
                  <a:lnTo>
                    <a:pt x="1391674" y="2687106"/>
                  </a:lnTo>
                </a:path>
                <a:path w="2863215" h="2687320">
                  <a:moveTo>
                    <a:pt x="1491082" y="2606493"/>
                  </a:moveTo>
                  <a:lnTo>
                    <a:pt x="1491082" y="2687106"/>
                  </a:lnTo>
                </a:path>
                <a:path w="2863215" h="2687320">
                  <a:moveTo>
                    <a:pt x="1590483" y="2646799"/>
                  </a:moveTo>
                  <a:lnTo>
                    <a:pt x="1590483" y="2687106"/>
                  </a:lnTo>
                </a:path>
                <a:path w="2863215" h="2687320">
                  <a:moveTo>
                    <a:pt x="1689890" y="2646799"/>
                  </a:moveTo>
                  <a:lnTo>
                    <a:pt x="1689890" y="2687106"/>
                  </a:lnTo>
                </a:path>
                <a:path w="2863215" h="2687320">
                  <a:moveTo>
                    <a:pt x="1789298" y="2646799"/>
                  </a:moveTo>
                  <a:lnTo>
                    <a:pt x="1789298" y="2687106"/>
                  </a:lnTo>
                </a:path>
                <a:path w="2863215" h="2687320">
                  <a:moveTo>
                    <a:pt x="1888699" y="2646799"/>
                  </a:moveTo>
                  <a:lnTo>
                    <a:pt x="1888699" y="2687106"/>
                  </a:lnTo>
                </a:path>
                <a:path w="2863215" h="2687320">
                  <a:moveTo>
                    <a:pt x="1988107" y="2606493"/>
                  </a:moveTo>
                  <a:lnTo>
                    <a:pt x="1988107" y="2687106"/>
                  </a:lnTo>
                </a:path>
                <a:path w="2863215" h="2687320">
                  <a:moveTo>
                    <a:pt x="2087508" y="2646799"/>
                  </a:moveTo>
                  <a:lnTo>
                    <a:pt x="2087508" y="2687106"/>
                  </a:lnTo>
                </a:path>
                <a:path w="2863215" h="2687320">
                  <a:moveTo>
                    <a:pt x="2186915" y="2646799"/>
                  </a:moveTo>
                  <a:lnTo>
                    <a:pt x="2186915" y="2687106"/>
                  </a:lnTo>
                </a:path>
                <a:path w="2863215" h="2687320">
                  <a:moveTo>
                    <a:pt x="2286323" y="2646799"/>
                  </a:moveTo>
                  <a:lnTo>
                    <a:pt x="2286323" y="2687106"/>
                  </a:lnTo>
                </a:path>
                <a:path w="2863215" h="2687320">
                  <a:moveTo>
                    <a:pt x="2385724" y="2646799"/>
                  </a:moveTo>
                  <a:lnTo>
                    <a:pt x="2385724" y="2687106"/>
                  </a:lnTo>
                </a:path>
                <a:path w="2863215" h="2687320">
                  <a:moveTo>
                    <a:pt x="2485132" y="2606493"/>
                  </a:moveTo>
                  <a:lnTo>
                    <a:pt x="2485132" y="2687106"/>
                  </a:lnTo>
                </a:path>
                <a:path w="2863215" h="2687320">
                  <a:moveTo>
                    <a:pt x="2485132" y="2606493"/>
                  </a:moveTo>
                  <a:lnTo>
                    <a:pt x="2485132" y="2687106"/>
                  </a:lnTo>
                </a:path>
                <a:path w="2863215" h="2687320">
                  <a:moveTo>
                    <a:pt x="2584539" y="2646799"/>
                  </a:moveTo>
                  <a:lnTo>
                    <a:pt x="2584539" y="2687106"/>
                  </a:lnTo>
                </a:path>
                <a:path w="2863215" h="2687320">
                  <a:moveTo>
                    <a:pt x="2683940" y="2646799"/>
                  </a:moveTo>
                  <a:lnTo>
                    <a:pt x="2683940" y="2687106"/>
                  </a:lnTo>
                </a:path>
                <a:path w="2863215" h="2687320">
                  <a:moveTo>
                    <a:pt x="2783348" y="2646799"/>
                  </a:moveTo>
                  <a:lnTo>
                    <a:pt x="2783348" y="2687106"/>
                  </a:lnTo>
                </a:path>
                <a:path w="2863215" h="2687320">
                  <a:moveTo>
                    <a:pt x="0" y="2687106"/>
                  </a:moveTo>
                  <a:lnTo>
                    <a:pt x="0" y="0"/>
                  </a:lnTo>
                </a:path>
                <a:path w="2863215" h="2687320">
                  <a:moveTo>
                    <a:pt x="85886" y="2687106"/>
                  </a:moveTo>
                  <a:lnTo>
                    <a:pt x="0" y="2687106"/>
                  </a:lnTo>
                </a:path>
                <a:path w="2863215" h="2687320">
                  <a:moveTo>
                    <a:pt x="42943" y="2597536"/>
                  </a:moveTo>
                  <a:lnTo>
                    <a:pt x="0" y="2597536"/>
                  </a:lnTo>
                </a:path>
                <a:path w="2863215" h="2687320">
                  <a:moveTo>
                    <a:pt x="42943" y="2507963"/>
                  </a:moveTo>
                  <a:lnTo>
                    <a:pt x="0" y="2507963"/>
                  </a:lnTo>
                </a:path>
                <a:path w="2863215" h="2687320">
                  <a:moveTo>
                    <a:pt x="42943" y="2418399"/>
                  </a:moveTo>
                  <a:lnTo>
                    <a:pt x="0" y="2418399"/>
                  </a:lnTo>
                </a:path>
                <a:path w="2863215" h="2687320">
                  <a:moveTo>
                    <a:pt x="42943" y="2328828"/>
                  </a:moveTo>
                  <a:lnTo>
                    <a:pt x="0" y="2328828"/>
                  </a:lnTo>
                </a:path>
                <a:path w="2863215" h="2687320">
                  <a:moveTo>
                    <a:pt x="85886" y="2239258"/>
                  </a:moveTo>
                  <a:lnTo>
                    <a:pt x="0" y="2239258"/>
                  </a:lnTo>
                </a:path>
                <a:path w="2863215" h="2687320">
                  <a:moveTo>
                    <a:pt x="42943" y="2149687"/>
                  </a:moveTo>
                  <a:lnTo>
                    <a:pt x="0" y="2149687"/>
                  </a:lnTo>
                </a:path>
                <a:path w="2863215" h="2687320">
                  <a:moveTo>
                    <a:pt x="42943" y="2060116"/>
                  </a:moveTo>
                  <a:lnTo>
                    <a:pt x="0" y="2060116"/>
                  </a:lnTo>
                </a:path>
                <a:path w="2863215" h="2687320">
                  <a:moveTo>
                    <a:pt x="42943" y="1970546"/>
                  </a:moveTo>
                  <a:lnTo>
                    <a:pt x="0" y="1970546"/>
                  </a:lnTo>
                </a:path>
                <a:path w="2863215" h="2687320">
                  <a:moveTo>
                    <a:pt x="42943" y="1880975"/>
                  </a:moveTo>
                  <a:lnTo>
                    <a:pt x="0" y="1880975"/>
                  </a:lnTo>
                </a:path>
                <a:path w="2863215" h="2687320">
                  <a:moveTo>
                    <a:pt x="85886" y="1791405"/>
                  </a:moveTo>
                  <a:lnTo>
                    <a:pt x="0" y="1791405"/>
                  </a:lnTo>
                </a:path>
                <a:path w="2863215" h="2687320">
                  <a:moveTo>
                    <a:pt x="42943" y="1701834"/>
                  </a:moveTo>
                  <a:lnTo>
                    <a:pt x="0" y="1701834"/>
                  </a:lnTo>
                </a:path>
                <a:path w="2863215" h="2687320">
                  <a:moveTo>
                    <a:pt x="42943" y="1612263"/>
                  </a:moveTo>
                  <a:lnTo>
                    <a:pt x="0" y="1612263"/>
                  </a:lnTo>
                </a:path>
                <a:path w="2863215" h="2687320">
                  <a:moveTo>
                    <a:pt x="42943" y="1522693"/>
                  </a:moveTo>
                  <a:lnTo>
                    <a:pt x="0" y="1522693"/>
                  </a:lnTo>
                </a:path>
                <a:path w="2863215" h="2687320">
                  <a:moveTo>
                    <a:pt x="42943" y="1433122"/>
                  </a:moveTo>
                  <a:lnTo>
                    <a:pt x="0" y="1433122"/>
                  </a:lnTo>
                </a:path>
                <a:path w="2863215" h="2687320">
                  <a:moveTo>
                    <a:pt x="85886" y="1343552"/>
                  </a:moveTo>
                  <a:lnTo>
                    <a:pt x="0" y="1343552"/>
                  </a:lnTo>
                </a:path>
                <a:path w="2863215" h="2687320">
                  <a:moveTo>
                    <a:pt x="42943" y="1253981"/>
                  </a:moveTo>
                  <a:lnTo>
                    <a:pt x="0" y="1253981"/>
                  </a:lnTo>
                </a:path>
                <a:path w="2863215" h="2687320">
                  <a:moveTo>
                    <a:pt x="42943" y="1164410"/>
                  </a:moveTo>
                  <a:lnTo>
                    <a:pt x="0" y="1164410"/>
                  </a:lnTo>
                </a:path>
                <a:path w="2863215" h="2687320">
                  <a:moveTo>
                    <a:pt x="42943" y="1074840"/>
                  </a:moveTo>
                  <a:lnTo>
                    <a:pt x="0" y="1074840"/>
                  </a:lnTo>
                </a:path>
                <a:path w="2863215" h="2687320">
                  <a:moveTo>
                    <a:pt x="42943" y="985269"/>
                  </a:moveTo>
                  <a:lnTo>
                    <a:pt x="0" y="985269"/>
                  </a:lnTo>
                </a:path>
                <a:path w="2863215" h="2687320">
                  <a:moveTo>
                    <a:pt x="85886" y="895699"/>
                  </a:moveTo>
                  <a:lnTo>
                    <a:pt x="0" y="895699"/>
                  </a:lnTo>
                </a:path>
                <a:path w="2863215" h="2687320">
                  <a:moveTo>
                    <a:pt x="42943" y="806135"/>
                  </a:moveTo>
                  <a:lnTo>
                    <a:pt x="0" y="806135"/>
                  </a:lnTo>
                </a:path>
                <a:path w="2863215" h="2687320">
                  <a:moveTo>
                    <a:pt x="42943" y="716564"/>
                  </a:moveTo>
                  <a:lnTo>
                    <a:pt x="0" y="716564"/>
                  </a:lnTo>
                </a:path>
                <a:path w="2863215" h="2687320">
                  <a:moveTo>
                    <a:pt x="42943" y="626994"/>
                  </a:moveTo>
                  <a:lnTo>
                    <a:pt x="0" y="626994"/>
                  </a:lnTo>
                </a:path>
                <a:path w="2863215" h="2687320">
                  <a:moveTo>
                    <a:pt x="42943" y="537423"/>
                  </a:moveTo>
                  <a:lnTo>
                    <a:pt x="0" y="537423"/>
                  </a:lnTo>
                </a:path>
                <a:path w="2863215" h="2687320">
                  <a:moveTo>
                    <a:pt x="85886" y="447852"/>
                  </a:moveTo>
                  <a:lnTo>
                    <a:pt x="0" y="447852"/>
                  </a:lnTo>
                </a:path>
                <a:path w="2863215" h="2687320">
                  <a:moveTo>
                    <a:pt x="42943" y="358282"/>
                  </a:moveTo>
                  <a:lnTo>
                    <a:pt x="0" y="358282"/>
                  </a:lnTo>
                </a:path>
                <a:path w="2863215" h="2687320">
                  <a:moveTo>
                    <a:pt x="42943" y="268711"/>
                  </a:moveTo>
                  <a:lnTo>
                    <a:pt x="0" y="268711"/>
                  </a:lnTo>
                </a:path>
                <a:path w="2863215" h="2687320">
                  <a:moveTo>
                    <a:pt x="42943" y="179141"/>
                  </a:moveTo>
                  <a:lnTo>
                    <a:pt x="0" y="179141"/>
                  </a:lnTo>
                </a:path>
                <a:path w="2863215" h="2687320">
                  <a:moveTo>
                    <a:pt x="42943" y="89570"/>
                  </a:moveTo>
                  <a:lnTo>
                    <a:pt x="0" y="89570"/>
                  </a:lnTo>
                </a:path>
                <a:path w="2863215" h="2687320">
                  <a:moveTo>
                    <a:pt x="85886" y="0"/>
                  </a:moveTo>
                  <a:lnTo>
                    <a:pt x="0" y="0"/>
                  </a:lnTo>
                </a:path>
              </a:pathLst>
            </a:custGeom>
            <a:noFill/>
            <a:ln w="5049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97" name="object 8"/>
          <p:cNvSpPr/>
          <p:nvPr/>
        </p:nvSpPr>
        <p:spPr>
          <a:xfrm>
            <a:off x="2140200" y="3932280"/>
            <a:ext cx="126000" cy="25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 anchor="t">
            <a:spAutoFit/>
          </a:bodyPr>
          <a:p>
            <a:pPr marL="12600">
              <a:lnSpc>
                <a:spcPct val="100000"/>
              </a:lnSpc>
              <a:spcBef>
                <a:spcPts val="130"/>
              </a:spcBef>
              <a:buNone/>
            </a:pPr>
            <a:r>
              <a:rPr b="0" lang="en-US" sz="1550" spc="-52" strike="noStrike">
                <a:latin typeface="Times New Roman"/>
              </a:rPr>
              <a:t>0</a:t>
            </a:r>
            <a:endParaRPr b="0" lang="en-US" sz="1550" spc="-1" strike="noStrike">
              <a:latin typeface="Arial"/>
            </a:endParaRPr>
          </a:p>
        </p:txBody>
      </p:sp>
      <p:sp>
        <p:nvSpPr>
          <p:cNvPr id="198" name="object 9"/>
          <p:cNvSpPr/>
          <p:nvPr/>
        </p:nvSpPr>
        <p:spPr>
          <a:xfrm>
            <a:off x="2144880" y="3487320"/>
            <a:ext cx="126000" cy="25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 anchor="t">
            <a:spAutoFit/>
          </a:bodyPr>
          <a:p>
            <a:pPr marL="12600">
              <a:lnSpc>
                <a:spcPct val="100000"/>
              </a:lnSpc>
              <a:spcBef>
                <a:spcPts val="130"/>
              </a:spcBef>
              <a:buNone/>
            </a:pPr>
            <a:r>
              <a:rPr b="0" lang="en-US" sz="1550" spc="-52" strike="noStrike">
                <a:latin typeface="Times New Roman"/>
              </a:rPr>
              <a:t>5</a:t>
            </a:r>
            <a:endParaRPr b="0" lang="en-US" sz="1550" spc="-1" strike="noStrike">
              <a:latin typeface="Arial"/>
            </a:endParaRPr>
          </a:p>
        </p:txBody>
      </p:sp>
      <p:sp>
        <p:nvSpPr>
          <p:cNvPr id="199" name="object 10"/>
          <p:cNvSpPr/>
          <p:nvPr/>
        </p:nvSpPr>
        <p:spPr>
          <a:xfrm>
            <a:off x="2039760" y="3037680"/>
            <a:ext cx="226440" cy="25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 anchor="t">
            <a:spAutoFit/>
          </a:bodyPr>
          <a:p>
            <a:pPr marL="12600">
              <a:lnSpc>
                <a:spcPct val="100000"/>
              </a:lnSpc>
              <a:spcBef>
                <a:spcPts val="130"/>
              </a:spcBef>
              <a:buNone/>
            </a:pPr>
            <a:r>
              <a:rPr b="0" lang="en-US" sz="1550" spc="-26" strike="noStrike">
                <a:latin typeface="Times New Roman"/>
              </a:rPr>
              <a:t>10</a:t>
            </a:r>
            <a:endParaRPr b="0" lang="en-US" sz="1550" spc="-1" strike="noStrike">
              <a:latin typeface="Arial"/>
            </a:endParaRPr>
          </a:p>
        </p:txBody>
      </p:sp>
      <p:sp>
        <p:nvSpPr>
          <p:cNvPr id="200" name="object 11"/>
          <p:cNvSpPr/>
          <p:nvPr/>
        </p:nvSpPr>
        <p:spPr>
          <a:xfrm>
            <a:off x="2039760" y="2143080"/>
            <a:ext cx="226440" cy="25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 anchor="t">
            <a:spAutoFit/>
          </a:bodyPr>
          <a:p>
            <a:pPr marL="12600">
              <a:lnSpc>
                <a:spcPct val="100000"/>
              </a:lnSpc>
              <a:spcBef>
                <a:spcPts val="130"/>
              </a:spcBef>
              <a:buNone/>
            </a:pPr>
            <a:r>
              <a:rPr b="0" lang="en-US" sz="1550" spc="-26" strike="noStrike">
                <a:latin typeface="Times New Roman"/>
              </a:rPr>
              <a:t>20</a:t>
            </a:r>
            <a:endParaRPr b="0" lang="en-US" sz="1550" spc="-1" strike="noStrike">
              <a:latin typeface="Arial"/>
            </a:endParaRPr>
          </a:p>
        </p:txBody>
      </p:sp>
      <p:grpSp>
        <p:nvGrpSpPr>
          <p:cNvPr id="201" name="object 12"/>
          <p:cNvGrpSpPr/>
          <p:nvPr/>
        </p:nvGrpSpPr>
        <p:grpSpPr>
          <a:xfrm>
            <a:off x="2264760" y="1389960"/>
            <a:ext cx="2609640" cy="2492280"/>
            <a:chOff x="2264760" y="1389960"/>
            <a:chExt cx="2609640" cy="2492280"/>
          </a:xfrm>
        </p:grpSpPr>
        <p:sp>
          <p:nvSpPr>
            <p:cNvPr id="202" name="object 13"/>
            <p:cNvSpPr/>
            <p:nvPr/>
          </p:nvSpPr>
          <p:spPr>
            <a:xfrm>
              <a:off x="2271600" y="1389960"/>
              <a:ext cx="2602440" cy="2491920"/>
            </a:xfrm>
            <a:custGeom>
              <a:avLst/>
              <a:gdLst/>
              <a:ahLst/>
              <a:rect l="l" t="t" r="r" b="b"/>
              <a:pathLst>
                <a:path w="2602865" h="2492375">
                  <a:moveTo>
                    <a:pt x="0" y="2492335"/>
                  </a:moveTo>
                  <a:lnTo>
                    <a:pt x="191470" y="2491217"/>
                  </a:lnTo>
                  <a:lnTo>
                    <a:pt x="380495" y="2487864"/>
                  </a:lnTo>
                  <a:lnTo>
                    <a:pt x="564787" y="2482283"/>
                  </a:lnTo>
                  <a:lnTo>
                    <a:pt x="742353" y="2474465"/>
                  </a:lnTo>
                  <a:lnTo>
                    <a:pt x="911610" y="2464426"/>
                  </a:lnTo>
                  <a:lnTo>
                    <a:pt x="1071393" y="2452159"/>
                  </a:lnTo>
                  <a:lnTo>
                    <a:pt x="1220956" y="2437662"/>
                  </a:lnTo>
                  <a:lnTo>
                    <a:pt x="1359948" y="2420957"/>
                  </a:lnTo>
                  <a:lnTo>
                    <a:pt x="1488321" y="2402037"/>
                  </a:lnTo>
                  <a:lnTo>
                    <a:pt x="1606292" y="2380909"/>
                  </a:lnTo>
                  <a:lnTo>
                    <a:pt x="1714251" y="2357579"/>
                  </a:lnTo>
                  <a:lnTo>
                    <a:pt x="1812702" y="2332060"/>
                  </a:lnTo>
                  <a:lnTo>
                    <a:pt x="1902233" y="2304353"/>
                  </a:lnTo>
                  <a:lnTo>
                    <a:pt x="1983454" y="2274472"/>
                  </a:lnTo>
                  <a:lnTo>
                    <a:pt x="2056986" y="2242415"/>
                  </a:lnTo>
                  <a:lnTo>
                    <a:pt x="2123429" y="2208211"/>
                  </a:lnTo>
                  <a:lnTo>
                    <a:pt x="2183367" y="2171852"/>
                  </a:lnTo>
                  <a:lnTo>
                    <a:pt x="2237346" y="2133359"/>
                  </a:lnTo>
                  <a:lnTo>
                    <a:pt x="2285865" y="2092745"/>
                  </a:lnTo>
                  <a:lnTo>
                    <a:pt x="2329395" y="2050010"/>
                  </a:lnTo>
                  <a:lnTo>
                    <a:pt x="2368359" y="2005181"/>
                  </a:lnTo>
                  <a:lnTo>
                    <a:pt x="2403156" y="1958265"/>
                  </a:lnTo>
                  <a:lnTo>
                    <a:pt x="2434135" y="1909281"/>
                  </a:lnTo>
                  <a:lnTo>
                    <a:pt x="2461620" y="1858238"/>
                  </a:lnTo>
                  <a:lnTo>
                    <a:pt x="2485899" y="1805154"/>
                  </a:lnTo>
                  <a:lnTo>
                    <a:pt x="2507236" y="1750043"/>
                  </a:lnTo>
                  <a:lnTo>
                    <a:pt x="2525874" y="1692926"/>
                  </a:lnTo>
                  <a:lnTo>
                    <a:pt x="2542026" y="1633816"/>
                  </a:lnTo>
                  <a:lnTo>
                    <a:pt x="2555890" y="1572733"/>
                  </a:lnTo>
                  <a:lnTo>
                    <a:pt x="2567646" y="1509705"/>
                  </a:lnTo>
                  <a:lnTo>
                    <a:pt x="2577443" y="1444730"/>
                  </a:lnTo>
                  <a:lnTo>
                    <a:pt x="2585442" y="1377850"/>
                  </a:lnTo>
                  <a:lnTo>
                    <a:pt x="2591771" y="1309071"/>
                  </a:lnTo>
                  <a:lnTo>
                    <a:pt x="2596544" y="1238414"/>
                  </a:lnTo>
                  <a:lnTo>
                    <a:pt x="2599884" y="1165912"/>
                  </a:lnTo>
                  <a:lnTo>
                    <a:pt x="2601884" y="1091578"/>
                  </a:lnTo>
                  <a:lnTo>
                    <a:pt x="2602638" y="1015434"/>
                  </a:lnTo>
                  <a:lnTo>
                    <a:pt x="2602227" y="937505"/>
                  </a:lnTo>
                  <a:lnTo>
                    <a:pt x="2600726" y="857818"/>
                  </a:lnTo>
                  <a:lnTo>
                    <a:pt x="2598221" y="776395"/>
                  </a:lnTo>
                  <a:lnTo>
                    <a:pt x="2594760" y="693261"/>
                  </a:lnTo>
                  <a:lnTo>
                    <a:pt x="2590411" y="608437"/>
                  </a:lnTo>
                  <a:lnTo>
                    <a:pt x="2585226" y="521957"/>
                  </a:lnTo>
                  <a:lnTo>
                    <a:pt x="2579261" y="433841"/>
                  </a:lnTo>
                  <a:lnTo>
                    <a:pt x="2572554" y="344115"/>
                  </a:lnTo>
                  <a:lnTo>
                    <a:pt x="2565161" y="252814"/>
                  </a:lnTo>
                  <a:lnTo>
                    <a:pt x="2557109" y="159958"/>
                  </a:lnTo>
                  <a:lnTo>
                    <a:pt x="2548450" y="65580"/>
                  </a:lnTo>
                  <a:lnTo>
                    <a:pt x="2542121" y="0"/>
                  </a:lnTo>
                </a:path>
                <a:path w="2602865" h="2492375">
                  <a:moveTo>
                    <a:pt x="2542121" y="0"/>
                  </a:moveTo>
                  <a:lnTo>
                    <a:pt x="2548450" y="65580"/>
                  </a:lnTo>
                </a:path>
                <a:path w="2602865" h="2492375">
                  <a:moveTo>
                    <a:pt x="2548450" y="65580"/>
                  </a:moveTo>
                  <a:lnTo>
                    <a:pt x="2557109" y="159958"/>
                  </a:lnTo>
                  <a:lnTo>
                    <a:pt x="2565161" y="252814"/>
                  </a:lnTo>
                  <a:lnTo>
                    <a:pt x="2572554" y="344115"/>
                  </a:lnTo>
                  <a:lnTo>
                    <a:pt x="2579261" y="433841"/>
                  </a:lnTo>
                  <a:lnTo>
                    <a:pt x="2585226" y="521957"/>
                  </a:lnTo>
                  <a:lnTo>
                    <a:pt x="2590411" y="608437"/>
                  </a:lnTo>
                  <a:lnTo>
                    <a:pt x="2594760" y="693261"/>
                  </a:lnTo>
                  <a:lnTo>
                    <a:pt x="2598221" y="776395"/>
                  </a:lnTo>
                  <a:lnTo>
                    <a:pt x="2600726" y="857818"/>
                  </a:lnTo>
                  <a:lnTo>
                    <a:pt x="2602227" y="937505"/>
                  </a:lnTo>
                  <a:lnTo>
                    <a:pt x="2602638" y="1015434"/>
                  </a:lnTo>
                  <a:lnTo>
                    <a:pt x="2601884" y="1091578"/>
                  </a:lnTo>
                  <a:lnTo>
                    <a:pt x="2599884" y="1165912"/>
                  </a:lnTo>
                  <a:lnTo>
                    <a:pt x="2596544" y="1238414"/>
                  </a:lnTo>
                  <a:lnTo>
                    <a:pt x="2591771" y="1309071"/>
                  </a:lnTo>
                  <a:lnTo>
                    <a:pt x="2585442" y="1377850"/>
                  </a:lnTo>
                  <a:lnTo>
                    <a:pt x="2577443" y="1444730"/>
                  </a:lnTo>
                  <a:lnTo>
                    <a:pt x="2567646" y="1509705"/>
                  </a:lnTo>
                  <a:lnTo>
                    <a:pt x="2555890" y="1572733"/>
                  </a:lnTo>
                  <a:lnTo>
                    <a:pt x="2542026" y="1633816"/>
                  </a:lnTo>
                  <a:lnTo>
                    <a:pt x="2525874" y="1692926"/>
                  </a:lnTo>
                  <a:lnTo>
                    <a:pt x="2507236" y="1750043"/>
                  </a:lnTo>
                  <a:lnTo>
                    <a:pt x="2485899" y="1805154"/>
                  </a:lnTo>
                  <a:lnTo>
                    <a:pt x="2461620" y="1858238"/>
                  </a:lnTo>
                  <a:lnTo>
                    <a:pt x="2434135" y="1909281"/>
                  </a:lnTo>
                  <a:lnTo>
                    <a:pt x="2403156" y="1958265"/>
                  </a:lnTo>
                  <a:lnTo>
                    <a:pt x="2368359" y="2005181"/>
                  </a:lnTo>
                  <a:lnTo>
                    <a:pt x="2329395" y="2050010"/>
                  </a:lnTo>
                  <a:lnTo>
                    <a:pt x="2285865" y="2092745"/>
                  </a:lnTo>
                  <a:lnTo>
                    <a:pt x="2234828" y="2129117"/>
                  </a:lnTo>
                  <a:lnTo>
                    <a:pt x="2183367" y="2171852"/>
                  </a:lnTo>
                  <a:lnTo>
                    <a:pt x="2123429" y="2208211"/>
                  </a:lnTo>
                  <a:lnTo>
                    <a:pt x="2056986" y="2242415"/>
                  </a:lnTo>
                  <a:lnTo>
                    <a:pt x="1983454" y="2274472"/>
                  </a:lnTo>
                  <a:lnTo>
                    <a:pt x="1902233" y="2304353"/>
                  </a:lnTo>
                  <a:lnTo>
                    <a:pt x="1812702" y="2332060"/>
                  </a:lnTo>
                  <a:lnTo>
                    <a:pt x="1714251" y="2357579"/>
                  </a:lnTo>
                  <a:lnTo>
                    <a:pt x="1606292" y="2380909"/>
                  </a:lnTo>
                  <a:lnTo>
                    <a:pt x="1488321" y="2402037"/>
                  </a:lnTo>
                  <a:lnTo>
                    <a:pt x="1359948" y="2420957"/>
                  </a:lnTo>
                  <a:lnTo>
                    <a:pt x="1220956" y="2437662"/>
                  </a:lnTo>
                  <a:lnTo>
                    <a:pt x="1071393" y="2452159"/>
                  </a:lnTo>
                  <a:lnTo>
                    <a:pt x="911610" y="2464426"/>
                  </a:lnTo>
                  <a:lnTo>
                    <a:pt x="742353" y="2474465"/>
                  </a:lnTo>
                  <a:lnTo>
                    <a:pt x="564787" y="2482283"/>
                  </a:lnTo>
                  <a:lnTo>
                    <a:pt x="380495" y="2487864"/>
                  </a:lnTo>
                  <a:lnTo>
                    <a:pt x="191470" y="2491217"/>
                  </a:lnTo>
                </a:path>
              </a:pathLst>
            </a:custGeom>
            <a:noFill/>
            <a:ln w="15149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3" name="object 14"/>
            <p:cNvSpPr/>
            <p:nvPr/>
          </p:nvSpPr>
          <p:spPr>
            <a:xfrm>
              <a:off x="2264760" y="1455480"/>
              <a:ext cx="2609640" cy="2426760"/>
            </a:xfrm>
            <a:custGeom>
              <a:avLst/>
              <a:gdLst/>
              <a:ahLst/>
              <a:rect l="l" t="t" r="r" b="b"/>
              <a:pathLst>
                <a:path w="2609850" h="2426970">
                  <a:moveTo>
                    <a:pt x="0" y="2426755"/>
                  </a:moveTo>
                  <a:lnTo>
                    <a:pt x="6733" y="2426755"/>
                  </a:lnTo>
                </a:path>
                <a:path w="2609850" h="2426970">
                  <a:moveTo>
                    <a:pt x="191470" y="2425637"/>
                  </a:moveTo>
                  <a:lnTo>
                    <a:pt x="198203" y="2425637"/>
                  </a:lnTo>
                </a:path>
                <a:path w="2609850" h="2426970">
                  <a:moveTo>
                    <a:pt x="380495" y="2422284"/>
                  </a:moveTo>
                  <a:lnTo>
                    <a:pt x="387228" y="2422284"/>
                  </a:lnTo>
                </a:path>
                <a:path w="2609850" h="2426970">
                  <a:moveTo>
                    <a:pt x="564787" y="2416702"/>
                  </a:moveTo>
                  <a:lnTo>
                    <a:pt x="571520" y="2416702"/>
                  </a:lnTo>
                </a:path>
                <a:path w="2609850" h="2426970">
                  <a:moveTo>
                    <a:pt x="742353" y="2408885"/>
                  </a:moveTo>
                  <a:lnTo>
                    <a:pt x="749086" y="2408885"/>
                  </a:lnTo>
                </a:path>
                <a:path w="2609850" h="2426970">
                  <a:moveTo>
                    <a:pt x="911610" y="2398846"/>
                  </a:moveTo>
                  <a:lnTo>
                    <a:pt x="918343" y="2398846"/>
                  </a:lnTo>
                </a:path>
                <a:path w="2609850" h="2426970">
                  <a:moveTo>
                    <a:pt x="1071393" y="2386578"/>
                  </a:moveTo>
                  <a:lnTo>
                    <a:pt x="1078126" y="2386578"/>
                  </a:lnTo>
                </a:path>
                <a:path w="2609850" h="2426970">
                  <a:moveTo>
                    <a:pt x="1220956" y="2372082"/>
                  </a:moveTo>
                  <a:lnTo>
                    <a:pt x="1227689" y="2372082"/>
                  </a:lnTo>
                </a:path>
                <a:path w="2609850" h="2426970">
                  <a:moveTo>
                    <a:pt x="1359948" y="2355377"/>
                  </a:moveTo>
                  <a:lnTo>
                    <a:pt x="1366681" y="2355377"/>
                  </a:lnTo>
                </a:path>
                <a:path w="2609850" h="2426970">
                  <a:moveTo>
                    <a:pt x="1488321" y="2336457"/>
                  </a:moveTo>
                  <a:lnTo>
                    <a:pt x="1495054" y="2336457"/>
                  </a:lnTo>
                </a:path>
                <a:path w="2609850" h="2426970">
                  <a:moveTo>
                    <a:pt x="1606292" y="2315328"/>
                  </a:moveTo>
                  <a:lnTo>
                    <a:pt x="1613025" y="2315328"/>
                  </a:lnTo>
                </a:path>
                <a:path w="2609850" h="2426970">
                  <a:moveTo>
                    <a:pt x="1714251" y="2291998"/>
                  </a:moveTo>
                  <a:lnTo>
                    <a:pt x="1720984" y="2291998"/>
                  </a:lnTo>
                </a:path>
                <a:path w="2609850" h="2426970">
                  <a:moveTo>
                    <a:pt x="1812702" y="2266480"/>
                  </a:moveTo>
                  <a:lnTo>
                    <a:pt x="1819435" y="2266480"/>
                  </a:lnTo>
                </a:path>
                <a:path w="2609850" h="2426970">
                  <a:moveTo>
                    <a:pt x="1902233" y="2238773"/>
                  </a:moveTo>
                  <a:lnTo>
                    <a:pt x="1908966" y="2238773"/>
                  </a:lnTo>
                </a:path>
                <a:path w="2609850" h="2426970">
                  <a:moveTo>
                    <a:pt x="1983454" y="2208891"/>
                  </a:moveTo>
                  <a:lnTo>
                    <a:pt x="1990187" y="2208891"/>
                  </a:lnTo>
                </a:path>
                <a:path w="2609850" h="2426970">
                  <a:moveTo>
                    <a:pt x="2056986" y="2176835"/>
                  </a:moveTo>
                  <a:lnTo>
                    <a:pt x="2063720" y="2176835"/>
                  </a:lnTo>
                </a:path>
                <a:path w="2609850" h="2426970">
                  <a:moveTo>
                    <a:pt x="2123429" y="2142631"/>
                  </a:moveTo>
                  <a:lnTo>
                    <a:pt x="2130162" y="2142631"/>
                  </a:lnTo>
                </a:path>
                <a:path w="2609850" h="2426970">
                  <a:moveTo>
                    <a:pt x="2183367" y="2106272"/>
                  </a:moveTo>
                  <a:lnTo>
                    <a:pt x="2190100" y="2106272"/>
                  </a:lnTo>
                </a:path>
                <a:path w="2609850" h="2426970">
                  <a:moveTo>
                    <a:pt x="2237346" y="2067779"/>
                  </a:moveTo>
                  <a:lnTo>
                    <a:pt x="2244079" y="2067779"/>
                  </a:lnTo>
                </a:path>
                <a:path w="2609850" h="2426970">
                  <a:moveTo>
                    <a:pt x="2285865" y="2027165"/>
                  </a:moveTo>
                  <a:lnTo>
                    <a:pt x="2292598" y="2027165"/>
                  </a:lnTo>
                </a:path>
                <a:path w="2609850" h="2426970">
                  <a:moveTo>
                    <a:pt x="2329395" y="1984430"/>
                  </a:moveTo>
                  <a:lnTo>
                    <a:pt x="2336128" y="1984430"/>
                  </a:lnTo>
                </a:path>
                <a:path w="2609850" h="2426970">
                  <a:moveTo>
                    <a:pt x="2368359" y="1939600"/>
                  </a:moveTo>
                  <a:lnTo>
                    <a:pt x="2375092" y="1939600"/>
                  </a:lnTo>
                </a:path>
                <a:path w="2609850" h="2426970">
                  <a:moveTo>
                    <a:pt x="2403156" y="1892684"/>
                  </a:moveTo>
                  <a:lnTo>
                    <a:pt x="2409889" y="1892684"/>
                  </a:lnTo>
                </a:path>
                <a:path w="2609850" h="2426970">
                  <a:moveTo>
                    <a:pt x="2434135" y="1843701"/>
                  </a:moveTo>
                  <a:lnTo>
                    <a:pt x="2440868" y="1843701"/>
                  </a:lnTo>
                </a:path>
                <a:path w="2609850" h="2426970">
                  <a:moveTo>
                    <a:pt x="2461620" y="1792657"/>
                  </a:moveTo>
                  <a:lnTo>
                    <a:pt x="2468353" y="1792657"/>
                  </a:lnTo>
                </a:path>
                <a:path w="2609850" h="2426970">
                  <a:moveTo>
                    <a:pt x="2485899" y="1739573"/>
                  </a:moveTo>
                  <a:lnTo>
                    <a:pt x="2492632" y="1739573"/>
                  </a:lnTo>
                </a:path>
                <a:path w="2609850" h="2426970">
                  <a:moveTo>
                    <a:pt x="2507236" y="1684463"/>
                  </a:moveTo>
                  <a:lnTo>
                    <a:pt x="2513970" y="1684463"/>
                  </a:lnTo>
                </a:path>
                <a:path w="2609850" h="2426970">
                  <a:moveTo>
                    <a:pt x="2525874" y="1627346"/>
                  </a:moveTo>
                  <a:lnTo>
                    <a:pt x="2532607" y="1627346"/>
                  </a:lnTo>
                </a:path>
                <a:path w="2609850" h="2426970">
                  <a:moveTo>
                    <a:pt x="2542026" y="1568236"/>
                  </a:moveTo>
                  <a:lnTo>
                    <a:pt x="2548760" y="1568236"/>
                  </a:lnTo>
                </a:path>
                <a:path w="2609850" h="2426970">
                  <a:moveTo>
                    <a:pt x="2555890" y="1507153"/>
                  </a:moveTo>
                  <a:lnTo>
                    <a:pt x="2562623" y="1507153"/>
                  </a:lnTo>
                </a:path>
                <a:path w="2609850" h="2426970">
                  <a:moveTo>
                    <a:pt x="2567646" y="1444124"/>
                  </a:moveTo>
                  <a:lnTo>
                    <a:pt x="2574379" y="1444124"/>
                  </a:lnTo>
                </a:path>
                <a:path w="2609850" h="2426970">
                  <a:moveTo>
                    <a:pt x="2577443" y="1379150"/>
                  </a:moveTo>
                  <a:lnTo>
                    <a:pt x="2584176" y="1379150"/>
                  </a:lnTo>
                </a:path>
                <a:path w="2609850" h="2426970">
                  <a:moveTo>
                    <a:pt x="2585442" y="1312270"/>
                  </a:moveTo>
                  <a:lnTo>
                    <a:pt x="2592175" y="1312270"/>
                  </a:lnTo>
                </a:path>
                <a:path w="2609850" h="2426970">
                  <a:moveTo>
                    <a:pt x="2591771" y="1243491"/>
                  </a:moveTo>
                  <a:lnTo>
                    <a:pt x="2598504" y="1243491"/>
                  </a:lnTo>
                </a:path>
                <a:path w="2609850" h="2426970">
                  <a:moveTo>
                    <a:pt x="2596544" y="1172834"/>
                  </a:moveTo>
                  <a:lnTo>
                    <a:pt x="2603278" y="1172834"/>
                  </a:lnTo>
                </a:path>
                <a:path w="2609850" h="2426970">
                  <a:moveTo>
                    <a:pt x="2599884" y="1100331"/>
                  </a:moveTo>
                  <a:lnTo>
                    <a:pt x="2606617" y="1100331"/>
                  </a:lnTo>
                </a:path>
                <a:path w="2609850" h="2426970">
                  <a:moveTo>
                    <a:pt x="2601884" y="1025998"/>
                  </a:moveTo>
                  <a:lnTo>
                    <a:pt x="2608617" y="1025998"/>
                  </a:lnTo>
                </a:path>
                <a:path w="2609850" h="2426970">
                  <a:moveTo>
                    <a:pt x="2602638" y="949853"/>
                  </a:moveTo>
                  <a:lnTo>
                    <a:pt x="2609371" y="949853"/>
                  </a:lnTo>
                </a:path>
                <a:path w="2609850" h="2426970">
                  <a:moveTo>
                    <a:pt x="2602227" y="871924"/>
                  </a:moveTo>
                  <a:lnTo>
                    <a:pt x="2608960" y="871924"/>
                  </a:lnTo>
                </a:path>
                <a:path w="2609850" h="2426970">
                  <a:moveTo>
                    <a:pt x="2600726" y="792238"/>
                  </a:moveTo>
                  <a:lnTo>
                    <a:pt x="2607459" y="792238"/>
                  </a:lnTo>
                </a:path>
                <a:path w="2609850" h="2426970">
                  <a:moveTo>
                    <a:pt x="2598221" y="710814"/>
                  </a:moveTo>
                  <a:lnTo>
                    <a:pt x="2604954" y="710814"/>
                  </a:lnTo>
                </a:path>
                <a:path w="2609850" h="2426970">
                  <a:moveTo>
                    <a:pt x="2594760" y="627680"/>
                  </a:moveTo>
                  <a:lnTo>
                    <a:pt x="2601493" y="627680"/>
                  </a:lnTo>
                </a:path>
                <a:path w="2609850" h="2426970">
                  <a:moveTo>
                    <a:pt x="2590411" y="542857"/>
                  </a:moveTo>
                  <a:lnTo>
                    <a:pt x="2597144" y="542857"/>
                  </a:lnTo>
                </a:path>
                <a:path w="2609850" h="2426970">
                  <a:moveTo>
                    <a:pt x="2585226" y="456377"/>
                  </a:moveTo>
                  <a:lnTo>
                    <a:pt x="2591959" y="456377"/>
                  </a:lnTo>
                </a:path>
                <a:path w="2609850" h="2426970">
                  <a:moveTo>
                    <a:pt x="2579261" y="368260"/>
                  </a:moveTo>
                  <a:lnTo>
                    <a:pt x="2585994" y="368260"/>
                  </a:lnTo>
                </a:path>
                <a:path w="2609850" h="2426970">
                  <a:moveTo>
                    <a:pt x="2572554" y="278535"/>
                  </a:moveTo>
                  <a:lnTo>
                    <a:pt x="2579287" y="278535"/>
                  </a:lnTo>
                </a:path>
                <a:path w="2609850" h="2426970">
                  <a:moveTo>
                    <a:pt x="2565161" y="187234"/>
                  </a:moveTo>
                  <a:lnTo>
                    <a:pt x="2571895" y="187234"/>
                  </a:lnTo>
                </a:path>
                <a:path w="2609850" h="2426970">
                  <a:moveTo>
                    <a:pt x="2557109" y="94378"/>
                  </a:moveTo>
                  <a:lnTo>
                    <a:pt x="2563842" y="94378"/>
                  </a:lnTo>
                </a:path>
                <a:path w="2609850" h="2426970">
                  <a:moveTo>
                    <a:pt x="2548450" y="0"/>
                  </a:moveTo>
                  <a:lnTo>
                    <a:pt x="2555183" y="0"/>
                  </a:lnTo>
                </a:path>
                <a:path w="2609850" h="2426970">
                  <a:moveTo>
                    <a:pt x="2548450" y="0"/>
                  </a:moveTo>
                  <a:lnTo>
                    <a:pt x="2555183" y="0"/>
                  </a:lnTo>
                </a:path>
                <a:path w="2609850" h="2426970">
                  <a:moveTo>
                    <a:pt x="2557109" y="94378"/>
                  </a:moveTo>
                  <a:lnTo>
                    <a:pt x="2563842" y="94378"/>
                  </a:lnTo>
                </a:path>
                <a:path w="2609850" h="2426970">
                  <a:moveTo>
                    <a:pt x="2565161" y="187234"/>
                  </a:moveTo>
                  <a:lnTo>
                    <a:pt x="2571895" y="187234"/>
                  </a:lnTo>
                </a:path>
                <a:path w="2609850" h="2426970">
                  <a:moveTo>
                    <a:pt x="2572554" y="278535"/>
                  </a:moveTo>
                  <a:lnTo>
                    <a:pt x="2579287" y="278535"/>
                  </a:lnTo>
                </a:path>
                <a:path w="2609850" h="2426970">
                  <a:moveTo>
                    <a:pt x="2579261" y="368260"/>
                  </a:moveTo>
                  <a:lnTo>
                    <a:pt x="2585994" y="368260"/>
                  </a:lnTo>
                </a:path>
                <a:path w="2609850" h="2426970">
                  <a:moveTo>
                    <a:pt x="2585226" y="456377"/>
                  </a:moveTo>
                  <a:lnTo>
                    <a:pt x="2591959" y="456377"/>
                  </a:lnTo>
                </a:path>
                <a:path w="2609850" h="2426970">
                  <a:moveTo>
                    <a:pt x="2590411" y="542857"/>
                  </a:moveTo>
                  <a:lnTo>
                    <a:pt x="2597144" y="542857"/>
                  </a:lnTo>
                </a:path>
                <a:path w="2609850" h="2426970">
                  <a:moveTo>
                    <a:pt x="2594760" y="627680"/>
                  </a:moveTo>
                  <a:lnTo>
                    <a:pt x="2601493" y="627680"/>
                  </a:lnTo>
                </a:path>
                <a:path w="2609850" h="2426970">
                  <a:moveTo>
                    <a:pt x="2598221" y="710814"/>
                  </a:moveTo>
                  <a:lnTo>
                    <a:pt x="2604954" y="710814"/>
                  </a:lnTo>
                </a:path>
                <a:path w="2609850" h="2426970">
                  <a:moveTo>
                    <a:pt x="2600726" y="792238"/>
                  </a:moveTo>
                  <a:lnTo>
                    <a:pt x="2607459" y="792238"/>
                  </a:lnTo>
                </a:path>
                <a:path w="2609850" h="2426970">
                  <a:moveTo>
                    <a:pt x="2602227" y="871924"/>
                  </a:moveTo>
                  <a:lnTo>
                    <a:pt x="2608960" y="871924"/>
                  </a:lnTo>
                </a:path>
                <a:path w="2609850" h="2426970">
                  <a:moveTo>
                    <a:pt x="2602638" y="949853"/>
                  </a:moveTo>
                  <a:lnTo>
                    <a:pt x="2609371" y="949853"/>
                  </a:lnTo>
                </a:path>
                <a:path w="2609850" h="2426970">
                  <a:moveTo>
                    <a:pt x="2601884" y="1025998"/>
                  </a:moveTo>
                  <a:lnTo>
                    <a:pt x="2608617" y="1025998"/>
                  </a:lnTo>
                </a:path>
                <a:path w="2609850" h="2426970">
                  <a:moveTo>
                    <a:pt x="2599884" y="1100331"/>
                  </a:moveTo>
                  <a:lnTo>
                    <a:pt x="2606617" y="1100331"/>
                  </a:lnTo>
                </a:path>
                <a:path w="2609850" h="2426970">
                  <a:moveTo>
                    <a:pt x="2596544" y="1172834"/>
                  </a:moveTo>
                  <a:lnTo>
                    <a:pt x="2603278" y="1172834"/>
                  </a:lnTo>
                </a:path>
                <a:path w="2609850" h="2426970">
                  <a:moveTo>
                    <a:pt x="2591771" y="1243491"/>
                  </a:moveTo>
                  <a:lnTo>
                    <a:pt x="2598504" y="1243491"/>
                  </a:lnTo>
                </a:path>
                <a:path w="2609850" h="2426970">
                  <a:moveTo>
                    <a:pt x="2585442" y="1312270"/>
                  </a:moveTo>
                  <a:lnTo>
                    <a:pt x="2592175" y="1312270"/>
                  </a:lnTo>
                </a:path>
                <a:path w="2609850" h="2426970">
                  <a:moveTo>
                    <a:pt x="2577443" y="1379150"/>
                  </a:moveTo>
                  <a:lnTo>
                    <a:pt x="2584176" y="1379150"/>
                  </a:lnTo>
                </a:path>
                <a:path w="2609850" h="2426970">
                  <a:moveTo>
                    <a:pt x="2567646" y="1444124"/>
                  </a:moveTo>
                  <a:lnTo>
                    <a:pt x="2574379" y="1444124"/>
                  </a:lnTo>
                </a:path>
                <a:path w="2609850" h="2426970">
                  <a:moveTo>
                    <a:pt x="2555890" y="1507153"/>
                  </a:moveTo>
                  <a:lnTo>
                    <a:pt x="2562623" y="1507153"/>
                  </a:lnTo>
                </a:path>
                <a:path w="2609850" h="2426970">
                  <a:moveTo>
                    <a:pt x="2542026" y="1568236"/>
                  </a:moveTo>
                  <a:lnTo>
                    <a:pt x="2548760" y="1568236"/>
                  </a:lnTo>
                </a:path>
                <a:path w="2609850" h="2426970">
                  <a:moveTo>
                    <a:pt x="2525874" y="1627346"/>
                  </a:moveTo>
                  <a:lnTo>
                    <a:pt x="2532607" y="1627346"/>
                  </a:lnTo>
                </a:path>
                <a:path w="2609850" h="2426970">
                  <a:moveTo>
                    <a:pt x="2507236" y="1684463"/>
                  </a:moveTo>
                  <a:lnTo>
                    <a:pt x="2513970" y="1684463"/>
                  </a:lnTo>
                </a:path>
                <a:path w="2609850" h="2426970">
                  <a:moveTo>
                    <a:pt x="2485899" y="1739573"/>
                  </a:moveTo>
                  <a:lnTo>
                    <a:pt x="2492632" y="1739573"/>
                  </a:lnTo>
                </a:path>
                <a:path w="2609850" h="2426970">
                  <a:moveTo>
                    <a:pt x="2461620" y="1792657"/>
                  </a:moveTo>
                  <a:lnTo>
                    <a:pt x="2468353" y="1792657"/>
                  </a:lnTo>
                </a:path>
                <a:path w="2609850" h="2426970">
                  <a:moveTo>
                    <a:pt x="2434135" y="1843701"/>
                  </a:moveTo>
                  <a:lnTo>
                    <a:pt x="2440868" y="1843701"/>
                  </a:lnTo>
                </a:path>
                <a:path w="2609850" h="2426970">
                  <a:moveTo>
                    <a:pt x="2403156" y="1892684"/>
                  </a:moveTo>
                  <a:lnTo>
                    <a:pt x="2409889" y="1892684"/>
                  </a:lnTo>
                </a:path>
                <a:path w="2609850" h="2426970">
                  <a:moveTo>
                    <a:pt x="2368359" y="1939600"/>
                  </a:moveTo>
                  <a:lnTo>
                    <a:pt x="2375092" y="1939600"/>
                  </a:lnTo>
                </a:path>
                <a:path w="2609850" h="2426970">
                  <a:moveTo>
                    <a:pt x="2329395" y="1984430"/>
                  </a:moveTo>
                  <a:lnTo>
                    <a:pt x="2336128" y="1984430"/>
                  </a:lnTo>
                </a:path>
                <a:path w="2609850" h="2426970">
                  <a:moveTo>
                    <a:pt x="2285865" y="2027165"/>
                  </a:moveTo>
                  <a:lnTo>
                    <a:pt x="2292598" y="2027165"/>
                  </a:lnTo>
                </a:path>
                <a:path w="2609850" h="2426970">
                  <a:moveTo>
                    <a:pt x="2234828" y="2063537"/>
                  </a:moveTo>
                  <a:lnTo>
                    <a:pt x="2241561" y="2063537"/>
                  </a:lnTo>
                </a:path>
                <a:path w="2609850" h="2426970">
                  <a:moveTo>
                    <a:pt x="2183367" y="2106272"/>
                  </a:moveTo>
                  <a:lnTo>
                    <a:pt x="2190100" y="2106272"/>
                  </a:lnTo>
                </a:path>
                <a:path w="2609850" h="2426970">
                  <a:moveTo>
                    <a:pt x="2123429" y="2142631"/>
                  </a:moveTo>
                  <a:lnTo>
                    <a:pt x="2130162" y="2142631"/>
                  </a:lnTo>
                </a:path>
                <a:path w="2609850" h="2426970">
                  <a:moveTo>
                    <a:pt x="2056986" y="2176835"/>
                  </a:moveTo>
                  <a:lnTo>
                    <a:pt x="2063720" y="2176835"/>
                  </a:lnTo>
                </a:path>
                <a:path w="2609850" h="2426970">
                  <a:moveTo>
                    <a:pt x="1983454" y="2208891"/>
                  </a:moveTo>
                  <a:lnTo>
                    <a:pt x="1990187" y="2208891"/>
                  </a:lnTo>
                </a:path>
                <a:path w="2609850" h="2426970">
                  <a:moveTo>
                    <a:pt x="1902233" y="2238773"/>
                  </a:moveTo>
                  <a:lnTo>
                    <a:pt x="1908966" y="2238773"/>
                  </a:lnTo>
                </a:path>
                <a:path w="2609850" h="2426970">
                  <a:moveTo>
                    <a:pt x="1812702" y="2266480"/>
                  </a:moveTo>
                  <a:lnTo>
                    <a:pt x="1819435" y="2266480"/>
                  </a:lnTo>
                </a:path>
                <a:path w="2609850" h="2426970">
                  <a:moveTo>
                    <a:pt x="1714251" y="2291998"/>
                  </a:moveTo>
                  <a:lnTo>
                    <a:pt x="1720984" y="2291998"/>
                  </a:lnTo>
                </a:path>
                <a:path w="2609850" h="2426970">
                  <a:moveTo>
                    <a:pt x="1606292" y="2315328"/>
                  </a:moveTo>
                  <a:lnTo>
                    <a:pt x="1613025" y="2315328"/>
                  </a:lnTo>
                </a:path>
                <a:path w="2609850" h="2426970">
                  <a:moveTo>
                    <a:pt x="1488321" y="2336457"/>
                  </a:moveTo>
                  <a:lnTo>
                    <a:pt x="1495054" y="2336457"/>
                  </a:lnTo>
                </a:path>
                <a:path w="2609850" h="2426970">
                  <a:moveTo>
                    <a:pt x="1359948" y="2355377"/>
                  </a:moveTo>
                  <a:lnTo>
                    <a:pt x="1366681" y="2355377"/>
                  </a:lnTo>
                </a:path>
                <a:path w="2609850" h="2426970">
                  <a:moveTo>
                    <a:pt x="1220956" y="2372082"/>
                  </a:moveTo>
                  <a:lnTo>
                    <a:pt x="1227689" y="2372082"/>
                  </a:lnTo>
                </a:path>
                <a:path w="2609850" h="2426970">
                  <a:moveTo>
                    <a:pt x="1071393" y="2386578"/>
                  </a:moveTo>
                  <a:lnTo>
                    <a:pt x="1078126" y="2386578"/>
                  </a:lnTo>
                </a:path>
                <a:path w="2609850" h="2426970">
                  <a:moveTo>
                    <a:pt x="911610" y="2398846"/>
                  </a:moveTo>
                  <a:lnTo>
                    <a:pt x="918343" y="2398846"/>
                  </a:lnTo>
                </a:path>
                <a:path w="2609850" h="2426970">
                  <a:moveTo>
                    <a:pt x="742353" y="2408885"/>
                  </a:moveTo>
                  <a:lnTo>
                    <a:pt x="749086" y="2408885"/>
                  </a:lnTo>
                </a:path>
                <a:path w="2609850" h="2426970">
                  <a:moveTo>
                    <a:pt x="564787" y="2416702"/>
                  </a:moveTo>
                  <a:lnTo>
                    <a:pt x="571520" y="2416702"/>
                  </a:lnTo>
                </a:path>
                <a:path w="2609850" h="2426970">
                  <a:moveTo>
                    <a:pt x="380495" y="2422284"/>
                  </a:moveTo>
                  <a:lnTo>
                    <a:pt x="387228" y="2422284"/>
                  </a:lnTo>
                </a:path>
                <a:path w="2609850" h="2426970">
                  <a:moveTo>
                    <a:pt x="191470" y="2425637"/>
                  </a:moveTo>
                  <a:lnTo>
                    <a:pt x="198203" y="2425637"/>
                  </a:lnTo>
                </a:path>
              </a:pathLst>
            </a:custGeom>
            <a:noFill/>
            <a:ln w="5049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4" name="object 15"/>
            <p:cNvSpPr/>
            <p:nvPr/>
          </p:nvSpPr>
          <p:spPr>
            <a:xfrm>
              <a:off x="2271600" y="1389960"/>
              <a:ext cx="2509920" cy="2451960"/>
            </a:xfrm>
            <a:custGeom>
              <a:avLst/>
              <a:gdLst/>
              <a:ahLst/>
              <a:rect l="l" t="t" r="r" b="b"/>
              <a:pathLst>
                <a:path w="2510154" h="2452370">
                  <a:moveTo>
                    <a:pt x="0" y="2452246"/>
                  </a:moveTo>
                  <a:lnTo>
                    <a:pt x="169947" y="2451162"/>
                  </a:lnTo>
                  <a:lnTo>
                    <a:pt x="338110" y="2447897"/>
                  </a:lnTo>
                  <a:lnTo>
                    <a:pt x="502789" y="2442456"/>
                  </a:lnTo>
                  <a:lnTo>
                    <a:pt x="662491" y="2434841"/>
                  </a:lnTo>
                  <a:lnTo>
                    <a:pt x="815939" y="2425051"/>
                  </a:lnTo>
                  <a:lnTo>
                    <a:pt x="962142" y="2413100"/>
                  </a:lnTo>
                  <a:lnTo>
                    <a:pt x="1100400" y="2398981"/>
                  </a:lnTo>
                  <a:lnTo>
                    <a:pt x="1230275" y="2382700"/>
                  </a:lnTo>
                  <a:lnTo>
                    <a:pt x="1351572" y="2364265"/>
                  </a:lnTo>
                  <a:lnTo>
                    <a:pt x="1464284" y="2343681"/>
                  </a:lnTo>
                  <a:lnTo>
                    <a:pt x="1568580" y="2320950"/>
                  </a:lnTo>
                  <a:lnTo>
                    <a:pt x="1664735" y="2296085"/>
                  </a:lnTo>
                  <a:lnTo>
                    <a:pt x="1753108" y="2269092"/>
                  </a:lnTo>
                  <a:lnTo>
                    <a:pt x="1834120" y="2239978"/>
                  </a:lnTo>
                  <a:lnTo>
                    <a:pt x="1908198" y="2208750"/>
                  </a:lnTo>
                  <a:lnTo>
                    <a:pt x="1975812" y="2175421"/>
                  </a:lnTo>
                  <a:lnTo>
                    <a:pt x="2037393" y="2139998"/>
                  </a:lnTo>
                  <a:lnTo>
                    <a:pt x="2093379" y="2102495"/>
                  </a:lnTo>
                  <a:lnTo>
                    <a:pt x="2144194" y="2062917"/>
                  </a:lnTo>
                  <a:lnTo>
                    <a:pt x="2190221" y="2021287"/>
                  </a:lnTo>
                  <a:lnTo>
                    <a:pt x="2231839" y="1977609"/>
                  </a:lnTo>
                  <a:lnTo>
                    <a:pt x="2269376" y="1931898"/>
                  </a:lnTo>
                  <a:lnTo>
                    <a:pt x="2303149" y="1884167"/>
                  </a:lnTo>
                  <a:lnTo>
                    <a:pt x="2333455" y="1834436"/>
                  </a:lnTo>
                  <a:lnTo>
                    <a:pt x="2360562" y="1782712"/>
                  </a:lnTo>
                  <a:lnTo>
                    <a:pt x="2384714" y="1729022"/>
                  </a:lnTo>
                  <a:lnTo>
                    <a:pt x="2406125" y="1673366"/>
                  </a:lnTo>
                  <a:lnTo>
                    <a:pt x="2425012" y="1615778"/>
                  </a:lnTo>
                  <a:lnTo>
                    <a:pt x="2441562" y="1556264"/>
                  </a:lnTo>
                  <a:lnTo>
                    <a:pt x="2455937" y="1494851"/>
                  </a:lnTo>
                  <a:lnTo>
                    <a:pt x="2468306" y="1431553"/>
                  </a:lnTo>
                  <a:lnTo>
                    <a:pt x="2478803" y="1366384"/>
                  </a:lnTo>
                  <a:lnTo>
                    <a:pt x="2487562" y="1299369"/>
                  </a:lnTo>
                  <a:lnTo>
                    <a:pt x="2494706" y="1230530"/>
                  </a:lnTo>
                  <a:lnTo>
                    <a:pt x="2500348" y="1159893"/>
                  </a:lnTo>
                  <a:lnTo>
                    <a:pt x="2504577" y="1087464"/>
                  </a:lnTo>
                  <a:lnTo>
                    <a:pt x="2507499" y="1013279"/>
                  </a:lnTo>
                  <a:lnTo>
                    <a:pt x="2509196" y="937350"/>
                  </a:lnTo>
                  <a:lnTo>
                    <a:pt x="2509741" y="859710"/>
                  </a:lnTo>
                  <a:lnTo>
                    <a:pt x="2509216" y="780381"/>
                  </a:lnTo>
                  <a:lnTo>
                    <a:pt x="2507674" y="699375"/>
                  </a:lnTo>
                  <a:lnTo>
                    <a:pt x="2505190" y="616732"/>
                  </a:lnTo>
                  <a:lnTo>
                    <a:pt x="2501816" y="532474"/>
                  </a:lnTo>
                  <a:lnTo>
                    <a:pt x="2497608" y="446620"/>
                  </a:lnTo>
                  <a:lnTo>
                    <a:pt x="2492605" y="359204"/>
                  </a:lnTo>
                  <a:lnTo>
                    <a:pt x="2486862" y="270246"/>
                  </a:lnTo>
                  <a:lnTo>
                    <a:pt x="2480418" y="179774"/>
                  </a:lnTo>
                  <a:lnTo>
                    <a:pt x="2473315" y="87819"/>
                  </a:lnTo>
                  <a:lnTo>
                    <a:pt x="2466043" y="0"/>
                  </a:lnTo>
                </a:path>
                <a:path w="2510154" h="2452370">
                  <a:moveTo>
                    <a:pt x="2466043" y="0"/>
                  </a:moveTo>
                  <a:lnTo>
                    <a:pt x="2473315" y="87819"/>
                  </a:lnTo>
                </a:path>
                <a:path w="2510154" h="2452370">
                  <a:moveTo>
                    <a:pt x="2473315" y="87819"/>
                  </a:moveTo>
                  <a:lnTo>
                    <a:pt x="2480418" y="179774"/>
                  </a:lnTo>
                  <a:lnTo>
                    <a:pt x="2486862" y="270246"/>
                  </a:lnTo>
                  <a:lnTo>
                    <a:pt x="2492605" y="359204"/>
                  </a:lnTo>
                  <a:lnTo>
                    <a:pt x="2497608" y="446620"/>
                  </a:lnTo>
                  <a:lnTo>
                    <a:pt x="2501816" y="532474"/>
                  </a:lnTo>
                  <a:lnTo>
                    <a:pt x="2505190" y="616732"/>
                  </a:lnTo>
                  <a:lnTo>
                    <a:pt x="2507674" y="699375"/>
                  </a:lnTo>
                  <a:lnTo>
                    <a:pt x="2509216" y="780381"/>
                  </a:lnTo>
                  <a:lnTo>
                    <a:pt x="2509741" y="859710"/>
                  </a:lnTo>
                  <a:lnTo>
                    <a:pt x="2509196" y="937350"/>
                  </a:lnTo>
                  <a:lnTo>
                    <a:pt x="2507499" y="1013279"/>
                  </a:lnTo>
                  <a:lnTo>
                    <a:pt x="2504577" y="1087464"/>
                  </a:lnTo>
                  <a:lnTo>
                    <a:pt x="2500348" y="1159893"/>
                  </a:lnTo>
                  <a:lnTo>
                    <a:pt x="2494706" y="1230530"/>
                  </a:lnTo>
                  <a:lnTo>
                    <a:pt x="2487562" y="1299369"/>
                  </a:lnTo>
                  <a:lnTo>
                    <a:pt x="2478803" y="1366384"/>
                  </a:lnTo>
                  <a:lnTo>
                    <a:pt x="2468306" y="1431553"/>
                  </a:lnTo>
                  <a:lnTo>
                    <a:pt x="2455937" y="1494851"/>
                  </a:lnTo>
                  <a:lnTo>
                    <a:pt x="2441562" y="1556264"/>
                  </a:lnTo>
                  <a:lnTo>
                    <a:pt x="2425012" y="1615778"/>
                  </a:lnTo>
                  <a:lnTo>
                    <a:pt x="2406125" y="1673366"/>
                  </a:lnTo>
                  <a:lnTo>
                    <a:pt x="2384714" y="1729022"/>
                  </a:lnTo>
                  <a:lnTo>
                    <a:pt x="2359202" y="1779925"/>
                  </a:lnTo>
                  <a:lnTo>
                    <a:pt x="2333455" y="1834436"/>
                  </a:lnTo>
                  <a:lnTo>
                    <a:pt x="2303149" y="1884167"/>
                  </a:lnTo>
                  <a:lnTo>
                    <a:pt x="2269376" y="1931898"/>
                  </a:lnTo>
                  <a:lnTo>
                    <a:pt x="2230048" y="1976047"/>
                  </a:lnTo>
                  <a:lnTo>
                    <a:pt x="2190221" y="2021287"/>
                  </a:lnTo>
                  <a:lnTo>
                    <a:pt x="2144194" y="2062917"/>
                  </a:lnTo>
                  <a:lnTo>
                    <a:pt x="2093379" y="2102495"/>
                  </a:lnTo>
                  <a:lnTo>
                    <a:pt x="2037393" y="2139998"/>
                  </a:lnTo>
                  <a:lnTo>
                    <a:pt x="1975812" y="2175421"/>
                  </a:lnTo>
                  <a:lnTo>
                    <a:pt x="1908198" y="2208750"/>
                  </a:lnTo>
                  <a:lnTo>
                    <a:pt x="1834120" y="2239978"/>
                  </a:lnTo>
                  <a:lnTo>
                    <a:pt x="1753108" y="2269092"/>
                  </a:lnTo>
                  <a:lnTo>
                    <a:pt x="1664735" y="2296085"/>
                  </a:lnTo>
                  <a:lnTo>
                    <a:pt x="1568580" y="2320950"/>
                  </a:lnTo>
                  <a:lnTo>
                    <a:pt x="1464284" y="2343681"/>
                  </a:lnTo>
                  <a:lnTo>
                    <a:pt x="1351572" y="2364265"/>
                  </a:lnTo>
                  <a:lnTo>
                    <a:pt x="1230275" y="2382700"/>
                  </a:lnTo>
                  <a:lnTo>
                    <a:pt x="1100400" y="2398981"/>
                  </a:lnTo>
                  <a:lnTo>
                    <a:pt x="962142" y="2413100"/>
                  </a:lnTo>
                  <a:lnTo>
                    <a:pt x="815939" y="2425051"/>
                  </a:lnTo>
                  <a:lnTo>
                    <a:pt x="662491" y="2434841"/>
                  </a:lnTo>
                  <a:lnTo>
                    <a:pt x="502789" y="2442456"/>
                  </a:lnTo>
                  <a:lnTo>
                    <a:pt x="338110" y="2447897"/>
                  </a:lnTo>
                  <a:lnTo>
                    <a:pt x="169947" y="2451162"/>
                  </a:lnTo>
                </a:path>
              </a:pathLst>
            </a:custGeom>
            <a:noFill/>
            <a:ln w="15149">
              <a:solidFill>
                <a:srgbClr val="000000"/>
              </a:solidFill>
              <a:prstDash val="dot"/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5" name="object 16"/>
            <p:cNvSpPr/>
            <p:nvPr/>
          </p:nvSpPr>
          <p:spPr>
            <a:xfrm>
              <a:off x="2271600" y="1389960"/>
              <a:ext cx="1940760" cy="1845000"/>
            </a:xfrm>
            <a:custGeom>
              <a:avLst/>
              <a:gdLst/>
              <a:ahLst/>
              <a:rect l="l" t="t" r="r" b="b"/>
              <a:pathLst>
                <a:path w="1941195" h="1845310">
                  <a:moveTo>
                    <a:pt x="0" y="1844832"/>
                  </a:moveTo>
                  <a:lnTo>
                    <a:pt x="93568" y="1843418"/>
                  </a:lnTo>
                  <a:lnTo>
                    <a:pt x="186739" y="1839190"/>
                  </a:lnTo>
                  <a:lnTo>
                    <a:pt x="279125" y="1832140"/>
                  </a:lnTo>
                  <a:lnTo>
                    <a:pt x="370348" y="1822269"/>
                  </a:lnTo>
                  <a:lnTo>
                    <a:pt x="460067" y="1809591"/>
                  </a:lnTo>
                  <a:lnTo>
                    <a:pt x="547954" y="1794098"/>
                  </a:lnTo>
                  <a:lnTo>
                    <a:pt x="633714" y="1775797"/>
                  </a:lnTo>
                  <a:lnTo>
                    <a:pt x="717104" y="1754702"/>
                  </a:lnTo>
                  <a:lnTo>
                    <a:pt x="797894" y="1730807"/>
                  </a:lnTo>
                  <a:lnTo>
                    <a:pt x="875918" y="1704130"/>
                  </a:lnTo>
                  <a:lnTo>
                    <a:pt x="951032" y="1674673"/>
                  </a:lnTo>
                  <a:lnTo>
                    <a:pt x="1023130" y="1642448"/>
                  </a:lnTo>
                  <a:lnTo>
                    <a:pt x="1092145" y="1607463"/>
                  </a:lnTo>
                  <a:lnTo>
                    <a:pt x="1158028" y="1569730"/>
                  </a:lnTo>
                  <a:lnTo>
                    <a:pt x="1220781" y="1529258"/>
                  </a:lnTo>
                  <a:lnTo>
                    <a:pt x="1280403" y="1486065"/>
                  </a:lnTo>
                  <a:lnTo>
                    <a:pt x="1336927" y="1440152"/>
                  </a:lnTo>
                  <a:lnTo>
                    <a:pt x="1390408" y="1391552"/>
                  </a:lnTo>
                  <a:lnTo>
                    <a:pt x="1440907" y="1340259"/>
                  </a:lnTo>
                  <a:lnTo>
                    <a:pt x="1488496" y="1286307"/>
                  </a:lnTo>
                  <a:lnTo>
                    <a:pt x="1533265" y="1229695"/>
                  </a:lnTo>
                  <a:lnTo>
                    <a:pt x="1575300" y="1170457"/>
                  </a:lnTo>
                  <a:lnTo>
                    <a:pt x="1614702" y="1108600"/>
                  </a:lnTo>
                  <a:lnTo>
                    <a:pt x="1651559" y="1044144"/>
                  </a:lnTo>
                  <a:lnTo>
                    <a:pt x="1685978" y="977115"/>
                  </a:lnTo>
                  <a:lnTo>
                    <a:pt x="1718062" y="907529"/>
                  </a:lnTo>
                  <a:lnTo>
                    <a:pt x="1747903" y="835404"/>
                  </a:lnTo>
                  <a:lnTo>
                    <a:pt x="1775596" y="760767"/>
                  </a:lnTo>
                  <a:lnTo>
                    <a:pt x="1801249" y="683639"/>
                  </a:lnTo>
                  <a:lnTo>
                    <a:pt x="1824943" y="604047"/>
                  </a:lnTo>
                  <a:lnTo>
                    <a:pt x="1846779" y="522011"/>
                  </a:lnTo>
                  <a:lnTo>
                    <a:pt x="1866837" y="437551"/>
                  </a:lnTo>
                  <a:lnTo>
                    <a:pt x="1885198" y="350707"/>
                  </a:lnTo>
                  <a:lnTo>
                    <a:pt x="1901950" y="261487"/>
                  </a:lnTo>
                  <a:lnTo>
                    <a:pt x="1917167" y="169937"/>
                  </a:lnTo>
                  <a:lnTo>
                    <a:pt x="1930922" y="76070"/>
                  </a:lnTo>
                  <a:lnTo>
                    <a:pt x="1940706" y="0"/>
                  </a:lnTo>
                </a:path>
                <a:path w="1941195" h="1845310">
                  <a:moveTo>
                    <a:pt x="1940706" y="0"/>
                  </a:moveTo>
                  <a:lnTo>
                    <a:pt x="1930922" y="76070"/>
                  </a:lnTo>
                </a:path>
                <a:path w="1941195" h="1845310">
                  <a:moveTo>
                    <a:pt x="1930922" y="76070"/>
                  </a:moveTo>
                  <a:lnTo>
                    <a:pt x="1917167" y="169937"/>
                  </a:lnTo>
                  <a:lnTo>
                    <a:pt x="1901950" y="261487"/>
                  </a:lnTo>
                  <a:lnTo>
                    <a:pt x="1885198" y="350707"/>
                  </a:lnTo>
                  <a:lnTo>
                    <a:pt x="1866837" y="437551"/>
                  </a:lnTo>
                  <a:lnTo>
                    <a:pt x="1846779" y="522011"/>
                  </a:lnTo>
                  <a:lnTo>
                    <a:pt x="1824943" y="604047"/>
                  </a:lnTo>
                  <a:lnTo>
                    <a:pt x="1801249" y="683639"/>
                  </a:lnTo>
                  <a:lnTo>
                    <a:pt x="1775596" y="760767"/>
                  </a:lnTo>
                  <a:lnTo>
                    <a:pt x="1747903" y="835404"/>
                  </a:lnTo>
                  <a:lnTo>
                    <a:pt x="1718062" y="907529"/>
                  </a:lnTo>
                  <a:lnTo>
                    <a:pt x="1685978" y="977115"/>
                  </a:lnTo>
                  <a:lnTo>
                    <a:pt x="1651559" y="1044144"/>
                  </a:lnTo>
                  <a:lnTo>
                    <a:pt x="1614702" y="1108600"/>
                  </a:lnTo>
                  <a:lnTo>
                    <a:pt x="1575300" y="1170457"/>
                  </a:lnTo>
                  <a:lnTo>
                    <a:pt x="1531662" y="1225042"/>
                  </a:lnTo>
                  <a:lnTo>
                    <a:pt x="1488496" y="1286307"/>
                  </a:lnTo>
                  <a:lnTo>
                    <a:pt x="1440907" y="1340259"/>
                  </a:lnTo>
                  <a:lnTo>
                    <a:pt x="1390408" y="1391552"/>
                  </a:lnTo>
                  <a:lnTo>
                    <a:pt x="1336927" y="1440152"/>
                  </a:lnTo>
                  <a:lnTo>
                    <a:pt x="1280403" y="1486065"/>
                  </a:lnTo>
                  <a:lnTo>
                    <a:pt x="1220781" y="1529258"/>
                  </a:lnTo>
                  <a:lnTo>
                    <a:pt x="1158028" y="1569730"/>
                  </a:lnTo>
                  <a:lnTo>
                    <a:pt x="1092145" y="1607463"/>
                  </a:lnTo>
                  <a:lnTo>
                    <a:pt x="1023130" y="1642448"/>
                  </a:lnTo>
                  <a:lnTo>
                    <a:pt x="951032" y="1674673"/>
                  </a:lnTo>
                  <a:lnTo>
                    <a:pt x="875918" y="1704130"/>
                  </a:lnTo>
                  <a:lnTo>
                    <a:pt x="797894" y="1730807"/>
                  </a:lnTo>
                  <a:lnTo>
                    <a:pt x="717104" y="1754702"/>
                  </a:lnTo>
                  <a:lnTo>
                    <a:pt x="633714" y="1775797"/>
                  </a:lnTo>
                  <a:lnTo>
                    <a:pt x="547954" y="1794098"/>
                  </a:lnTo>
                  <a:lnTo>
                    <a:pt x="460067" y="1809591"/>
                  </a:lnTo>
                  <a:lnTo>
                    <a:pt x="370348" y="1822269"/>
                  </a:lnTo>
                  <a:lnTo>
                    <a:pt x="279125" y="1832140"/>
                  </a:lnTo>
                  <a:lnTo>
                    <a:pt x="186739" y="1839190"/>
                  </a:lnTo>
                  <a:lnTo>
                    <a:pt x="93568" y="1843418"/>
                  </a:lnTo>
                </a:path>
              </a:pathLst>
            </a:custGeom>
            <a:noFill/>
            <a:ln w="15149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6" name="object 17"/>
            <p:cNvSpPr/>
            <p:nvPr/>
          </p:nvSpPr>
          <p:spPr>
            <a:xfrm>
              <a:off x="2271600" y="1389960"/>
              <a:ext cx="1863360" cy="1763640"/>
            </a:xfrm>
            <a:custGeom>
              <a:avLst/>
              <a:gdLst/>
              <a:ahLst/>
              <a:rect l="l" t="t" r="r" b="b"/>
              <a:pathLst>
                <a:path w="1863725" h="1764030">
                  <a:moveTo>
                    <a:pt x="0" y="1763516"/>
                  </a:moveTo>
                  <a:lnTo>
                    <a:pt x="87080" y="1762143"/>
                  </a:lnTo>
                  <a:lnTo>
                    <a:pt x="173827" y="1758022"/>
                  </a:lnTo>
                  <a:lnTo>
                    <a:pt x="259912" y="1751147"/>
                  </a:lnTo>
                  <a:lnTo>
                    <a:pt x="345018" y="1741532"/>
                  </a:lnTo>
                  <a:lnTo>
                    <a:pt x="428852" y="1729170"/>
                  </a:lnTo>
                  <a:lnTo>
                    <a:pt x="511131" y="1714075"/>
                  </a:lnTo>
                  <a:lnTo>
                    <a:pt x="591605" y="1696239"/>
                  </a:lnTo>
                  <a:lnTo>
                    <a:pt x="670046" y="1675676"/>
                  </a:lnTo>
                  <a:lnTo>
                    <a:pt x="746265" y="1652393"/>
                  </a:lnTo>
                  <a:lnTo>
                    <a:pt x="820093" y="1626390"/>
                  </a:lnTo>
                  <a:lnTo>
                    <a:pt x="891397" y="1597686"/>
                  </a:lnTo>
                  <a:lnTo>
                    <a:pt x="960068" y="1566276"/>
                  </a:lnTo>
                  <a:lnTo>
                    <a:pt x="1026032" y="1532180"/>
                  </a:lnTo>
                  <a:lnTo>
                    <a:pt x="1089236" y="1495404"/>
                  </a:lnTo>
                  <a:lnTo>
                    <a:pt x="1149652" y="1455961"/>
                  </a:lnTo>
                  <a:lnTo>
                    <a:pt x="1207274" y="1413866"/>
                  </a:lnTo>
                  <a:lnTo>
                    <a:pt x="1262115" y="1369117"/>
                  </a:lnTo>
                  <a:lnTo>
                    <a:pt x="1314203" y="1321750"/>
                  </a:lnTo>
                  <a:lnTo>
                    <a:pt x="1363577" y="1271763"/>
                  </a:lnTo>
                  <a:lnTo>
                    <a:pt x="1410291" y="1219178"/>
                  </a:lnTo>
                  <a:lnTo>
                    <a:pt x="1454413" y="1164006"/>
                  </a:lnTo>
                  <a:lnTo>
                    <a:pt x="1496004" y="1106270"/>
                  </a:lnTo>
                  <a:lnTo>
                    <a:pt x="1535143" y="1045989"/>
                  </a:lnTo>
                  <a:lnTo>
                    <a:pt x="1571906" y="983169"/>
                  </a:lnTo>
                  <a:lnTo>
                    <a:pt x="1606386" y="917844"/>
                  </a:lnTo>
                  <a:lnTo>
                    <a:pt x="1638651" y="850021"/>
                  </a:lnTo>
                  <a:lnTo>
                    <a:pt x="1668796" y="779734"/>
                  </a:lnTo>
                  <a:lnTo>
                    <a:pt x="1696900" y="706990"/>
                  </a:lnTo>
                  <a:lnTo>
                    <a:pt x="1723051" y="631821"/>
                  </a:lnTo>
                  <a:lnTo>
                    <a:pt x="1747324" y="554249"/>
                  </a:lnTo>
                  <a:lnTo>
                    <a:pt x="1769799" y="474293"/>
                  </a:lnTo>
                  <a:lnTo>
                    <a:pt x="1790557" y="391981"/>
                  </a:lnTo>
                  <a:lnTo>
                    <a:pt x="1809672" y="307339"/>
                  </a:lnTo>
                  <a:lnTo>
                    <a:pt x="1827219" y="220394"/>
                  </a:lnTo>
                  <a:lnTo>
                    <a:pt x="1843264" y="131167"/>
                  </a:lnTo>
                  <a:lnTo>
                    <a:pt x="1857875" y="39684"/>
                  </a:lnTo>
                  <a:lnTo>
                    <a:pt x="1863483" y="0"/>
                  </a:lnTo>
                </a:path>
                <a:path w="1863725" h="1764030">
                  <a:moveTo>
                    <a:pt x="1863483" y="0"/>
                  </a:moveTo>
                  <a:lnTo>
                    <a:pt x="1857875" y="39684"/>
                  </a:lnTo>
                </a:path>
                <a:path w="1863725" h="1764030">
                  <a:moveTo>
                    <a:pt x="1857875" y="39684"/>
                  </a:moveTo>
                  <a:lnTo>
                    <a:pt x="1843264" y="131167"/>
                  </a:lnTo>
                  <a:lnTo>
                    <a:pt x="1827219" y="220394"/>
                  </a:lnTo>
                  <a:lnTo>
                    <a:pt x="1809672" y="307339"/>
                  </a:lnTo>
                  <a:lnTo>
                    <a:pt x="1790557" y="391981"/>
                  </a:lnTo>
                  <a:lnTo>
                    <a:pt x="1769799" y="474293"/>
                  </a:lnTo>
                  <a:lnTo>
                    <a:pt x="1747324" y="554249"/>
                  </a:lnTo>
                  <a:lnTo>
                    <a:pt x="1722997" y="627108"/>
                  </a:lnTo>
                  <a:lnTo>
                    <a:pt x="1696900" y="706990"/>
                  </a:lnTo>
                  <a:lnTo>
                    <a:pt x="1668796" y="779734"/>
                  </a:lnTo>
                  <a:lnTo>
                    <a:pt x="1638651" y="850021"/>
                  </a:lnTo>
                  <a:lnTo>
                    <a:pt x="1606386" y="917844"/>
                  </a:lnTo>
                  <a:lnTo>
                    <a:pt x="1571906" y="983169"/>
                  </a:lnTo>
                  <a:lnTo>
                    <a:pt x="1535143" y="1045989"/>
                  </a:lnTo>
                  <a:lnTo>
                    <a:pt x="1496004" y="1106270"/>
                  </a:lnTo>
                  <a:lnTo>
                    <a:pt x="1454413" y="1164006"/>
                  </a:lnTo>
                  <a:lnTo>
                    <a:pt x="1410291" y="1219178"/>
                  </a:lnTo>
                  <a:lnTo>
                    <a:pt x="1363577" y="1271763"/>
                  </a:lnTo>
                  <a:lnTo>
                    <a:pt x="1311624" y="1320713"/>
                  </a:lnTo>
                  <a:lnTo>
                    <a:pt x="1262115" y="1369117"/>
                  </a:lnTo>
                  <a:lnTo>
                    <a:pt x="1207274" y="1413866"/>
                  </a:lnTo>
                  <a:lnTo>
                    <a:pt x="1149652" y="1455961"/>
                  </a:lnTo>
                  <a:lnTo>
                    <a:pt x="1089236" y="1495404"/>
                  </a:lnTo>
                  <a:lnTo>
                    <a:pt x="1026032" y="1532180"/>
                  </a:lnTo>
                  <a:lnTo>
                    <a:pt x="960068" y="1566276"/>
                  </a:lnTo>
                  <a:lnTo>
                    <a:pt x="891397" y="1597686"/>
                  </a:lnTo>
                  <a:lnTo>
                    <a:pt x="820093" y="1626390"/>
                  </a:lnTo>
                  <a:lnTo>
                    <a:pt x="746265" y="1652393"/>
                  </a:lnTo>
                  <a:lnTo>
                    <a:pt x="670046" y="1675676"/>
                  </a:lnTo>
                  <a:lnTo>
                    <a:pt x="591605" y="1696239"/>
                  </a:lnTo>
                  <a:lnTo>
                    <a:pt x="511131" y="1714075"/>
                  </a:lnTo>
                  <a:lnTo>
                    <a:pt x="428852" y="1729170"/>
                  </a:lnTo>
                  <a:lnTo>
                    <a:pt x="345018" y="1741532"/>
                  </a:lnTo>
                  <a:lnTo>
                    <a:pt x="259912" y="1751147"/>
                  </a:lnTo>
                  <a:lnTo>
                    <a:pt x="173827" y="1758022"/>
                  </a:lnTo>
                  <a:lnTo>
                    <a:pt x="87080" y="1762143"/>
                  </a:lnTo>
                </a:path>
              </a:pathLst>
            </a:custGeom>
            <a:noFill/>
            <a:ln w="10099">
              <a:solidFill>
                <a:srgbClr val="ff0000"/>
              </a:solidFill>
              <a:prstDash val="dot"/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07" name="object 18"/>
          <p:cNvSpPr/>
          <p:nvPr/>
        </p:nvSpPr>
        <p:spPr>
          <a:xfrm>
            <a:off x="2181600" y="4051800"/>
            <a:ext cx="2737080" cy="5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 anchor="t">
            <a:spAutoFit/>
          </a:bodyPr>
          <a:p>
            <a:pPr marL="38160">
              <a:lnSpc>
                <a:spcPts val="1763"/>
              </a:lnSpc>
              <a:spcBef>
                <a:spcPts val="130"/>
              </a:spcBef>
              <a:buNone/>
              <a:tabLst>
                <a:tab algn="l" pos="482760"/>
                <a:tab algn="l" pos="979920"/>
                <a:tab algn="l" pos="1477800"/>
                <a:tab algn="l" pos="1974960"/>
                <a:tab algn="l" pos="2472840"/>
              </a:tabLst>
            </a:pPr>
            <a:r>
              <a:rPr b="0" lang="en-US" sz="1550" spc="-52" strike="noStrike">
                <a:latin typeface="Times New Roman"/>
              </a:rPr>
              <a:t>0</a:t>
            </a:r>
            <a:r>
              <a:rPr b="0" lang="en-US" sz="1550" spc="-1" strike="noStrike">
                <a:latin typeface="Times New Roman"/>
              </a:rPr>
              <a:t>	</a:t>
            </a:r>
            <a:r>
              <a:rPr b="0" lang="en-US" sz="1550" spc="-26" strike="noStrike">
                <a:latin typeface="Times New Roman"/>
              </a:rPr>
              <a:t>10</a:t>
            </a:r>
            <a:r>
              <a:rPr b="0" lang="en-US" sz="1550" spc="-1" strike="noStrike">
                <a:latin typeface="Times New Roman"/>
              </a:rPr>
              <a:t>	</a:t>
            </a:r>
            <a:r>
              <a:rPr b="0" lang="en-US" sz="1550" spc="-26" strike="noStrike">
                <a:latin typeface="Times New Roman"/>
              </a:rPr>
              <a:t>20</a:t>
            </a:r>
            <a:r>
              <a:rPr b="0" lang="en-US" sz="1550" spc="-1" strike="noStrike">
                <a:latin typeface="Times New Roman"/>
              </a:rPr>
              <a:t>	</a:t>
            </a:r>
            <a:r>
              <a:rPr b="0" lang="en-US" sz="1550" spc="-26" strike="noStrike">
                <a:latin typeface="Times New Roman"/>
              </a:rPr>
              <a:t>30</a:t>
            </a:r>
            <a:r>
              <a:rPr b="0" lang="en-US" sz="1550" spc="-1" strike="noStrike">
                <a:latin typeface="Times New Roman"/>
              </a:rPr>
              <a:t>	</a:t>
            </a:r>
            <a:r>
              <a:rPr b="0" lang="en-US" sz="1550" spc="-26" strike="noStrike">
                <a:latin typeface="Times New Roman"/>
              </a:rPr>
              <a:t>40</a:t>
            </a:r>
            <a:r>
              <a:rPr b="0" lang="en-US" sz="1550" spc="-1" strike="noStrike">
                <a:latin typeface="Times New Roman"/>
              </a:rPr>
              <a:t>	</a:t>
            </a:r>
            <a:r>
              <a:rPr b="0" lang="en-US" sz="1550" spc="-26" strike="noStrike">
                <a:latin typeface="Times New Roman"/>
              </a:rPr>
              <a:t>50</a:t>
            </a:r>
            <a:endParaRPr b="0" lang="en-US" sz="1550" spc="-1" strike="noStrike">
              <a:latin typeface="Arial"/>
            </a:endParaRPr>
          </a:p>
          <a:p>
            <a:pPr marL="1189440" indent="-241200">
              <a:lnSpc>
                <a:spcPts val="2186"/>
              </a:lnSpc>
              <a:buClr>
                <a:srgbClr val="000000"/>
              </a:buClr>
              <a:buSzPct val="138000"/>
              <a:buFont typeface="SimSun-ExtB"/>
              <a:buChar char="✓"/>
              <a:tabLst>
                <a:tab algn="l" pos="1189440"/>
              </a:tabLst>
            </a:pPr>
            <a:r>
              <a:rPr b="0" i="1" lang="en-US" sz="1950" spc="-1" strike="noStrike" baseline="-12000">
                <a:latin typeface="Trebuchet MS"/>
              </a:rPr>
              <a:t>lab</a:t>
            </a:r>
            <a:r>
              <a:rPr b="0" i="1" lang="en-US" sz="1950" spc="710" strike="noStrike" baseline="-12000">
                <a:latin typeface="Trebuchet MS"/>
              </a:rPr>
              <a:t> </a:t>
            </a:r>
            <a:r>
              <a:rPr b="0" lang="en-US" sz="1900" spc="-12" strike="noStrike">
                <a:latin typeface="Cambria"/>
              </a:rPr>
              <a:t>(deg.)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208" name="object 19"/>
          <p:cNvSpPr/>
          <p:nvPr/>
        </p:nvSpPr>
        <p:spPr>
          <a:xfrm>
            <a:off x="2044440" y="2327760"/>
            <a:ext cx="1310760" cy="73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0600" bIns="0" anchor="t">
            <a:spAutoFit/>
          </a:bodyPr>
          <a:p>
            <a:pPr algn="r">
              <a:lnSpc>
                <a:spcPct val="100000"/>
              </a:lnSpc>
              <a:spcBef>
                <a:spcPts val="241"/>
              </a:spcBef>
              <a:buNone/>
            </a:pPr>
            <a:r>
              <a:rPr b="0" lang="en-US" sz="1450" spc="-21" strike="noStrike">
                <a:solidFill>
                  <a:srgbClr val="fb0207"/>
                </a:solidFill>
                <a:latin typeface="Cambria"/>
              </a:rPr>
              <a:t>(</a:t>
            </a:r>
            <a:r>
              <a:rPr b="0" lang="en-US" sz="1450" spc="-21" strike="noStrike">
                <a:solidFill>
                  <a:srgbClr val="fb0207"/>
                </a:solidFill>
                <a:latin typeface="Segoe UI Symbol"/>
              </a:rPr>
              <a:t>p,</a:t>
            </a:r>
            <a:r>
              <a:rPr b="0" lang="en-US" sz="1450" spc="-160" strike="noStrike">
                <a:solidFill>
                  <a:srgbClr val="fb0207"/>
                </a:solidFill>
                <a:latin typeface="Segoe UI Symbol"/>
              </a:rPr>
              <a:t> </a:t>
            </a:r>
            <a:r>
              <a:rPr b="0" lang="en-US" sz="1450" spc="-1" strike="noStrike">
                <a:solidFill>
                  <a:srgbClr val="fb0207"/>
                </a:solidFill>
                <a:latin typeface="Segoe UI Symbol"/>
              </a:rPr>
              <a:t>d</a:t>
            </a:r>
            <a:r>
              <a:rPr b="0" lang="en-US" sz="1450" spc="-1" strike="noStrike">
                <a:solidFill>
                  <a:srgbClr val="fb0207"/>
                </a:solidFill>
                <a:latin typeface="Cambria"/>
              </a:rPr>
              <a:t>)</a:t>
            </a:r>
            <a:r>
              <a:rPr b="0" lang="en-US" sz="1450" spc="83" strike="noStrike">
                <a:solidFill>
                  <a:srgbClr val="fb0207"/>
                </a:solidFill>
                <a:latin typeface="Cambria"/>
              </a:rPr>
              <a:t> </a:t>
            </a:r>
            <a:r>
              <a:rPr b="0" lang="en-US" sz="1450" spc="-21" strike="noStrike">
                <a:solidFill>
                  <a:srgbClr val="fb0207"/>
                </a:solidFill>
                <a:latin typeface="Cambria"/>
              </a:rPr>
              <a:t>with</a:t>
            </a:r>
            <a:endParaRPr b="0" lang="en-US" sz="1450" spc="-1" strike="noStrike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201"/>
              </a:spcBef>
              <a:buNone/>
              <a:tabLst>
                <a:tab algn="l" pos="459000"/>
              </a:tabLst>
            </a:pPr>
            <a:r>
              <a:rPr b="0" lang="en-US" sz="1550" spc="-26" strike="noStrike">
                <a:latin typeface="Times New Roman"/>
              </a:rPr>
              <a:t>15</a:t>
            </a:r>
            <a:r>
              <a:rPr b="0" lang="en-US" sz="1550" spc="-1" strike="noStrike">
                <a:latin typeface="Times New Roman"/>
              </a:rPr>
              <a:t>	</a:t>
            </a:r>
            <a:r>
              <a:rPr b="0" lang="en-US" sz="1450" spc="-1" strike="noStrike">
                <a:solidFill>
                  <a:srgbClr val="fb0207"/>
                </a:solidFill>
                <a:latin typeface="Cambria"/>
              </a:rPr>
              <a:t>40</a:t>
            </a:r>
            <a:r>
              <a:rPr b="0" lang="en-US" sz="1450" spc="-7" strike="noStrike">
                <a:solidFill>
                  <a:srgbClr val="fb0207"/>
                </a:solidFill>
                <a:latin typeface="Cambria"/>
              </a:rPr>
              <a:t> </a:t>
            </a:r>
            <a:r>
              <a:rPr b="0" lang="en-US" sz="1450" spc="29" strike="noStrike">
                <a:solidFill>
                  <a:srgbClr val="fb0207"/>
                </a:solidFill>
                <a:latin typeface="Cambria"/>
              </a:rPr>
              <a:t>MeV/</a:t>
            </a:r>
            <a:r>
              <a:rPr b="0" lang="en-US" sz="1450" spc="29" strike="noStrike">
                <a:solidFill>
                  <a:srgbClr val="fb0207"/>
                </a:solidFill>
                <a:latin typeface="Segoe UI Symbol"/>
              </a:rPr>
              <a:t>u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209" name="object 20"/>
          <p:cNvSpPr/>
          <p:nvPr/>
        </p:nvSpPr>
        <p:spPr>
          <a:xfrm>
            <a:off x="3448800" y="3053160"/>
            <a:ext cx="851760" cy="85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 anchor="t">
            <a:spAutoFit/>
          </a:bodyPr>
          <a:p>
            <a:pPr marL="21600">
              <a:lnSpc>
                <a:spcPts val="1661"/>
              </a:lnSpc>
              <a:spcBef>
                <a:spcPts val="91"/>
              </a:spcBef>
              <a:buNone/>
            </a:pPr>
            <a:r>
              <a:rPr b="0" lang="en-US" sz="1450" spc="-12" strike="noStrike">
                <a:latin typeface="Cambria"/>
              </a:rPr>
              <a:t>(</a:t>
            </a:r>
            <a:r>
              <a:rPr b="0" lang="en-US" sz="1450" spc="-12" strike="noStrike">
                <a:latin typeface="Segoe UI Symbol"/>
              </a:rPr>
              <a:t>d,</a:t>
            </a:r>
            <a:r>
              <a:rPr b="0" lang="en-US" sz="1450" spc="-145" strike="noStrike">
                <a:latin typeface="Segoe UI Symbol"/>
              </a:rPr>
              <a:t> </a:t>
            </a:r>
            <a:r>
              <a:rPr b="0" lang="en-US" sz="1450" spc="-1" strike="noStrike">
                <a:latin typeface="Segoe UI Symbol"/>
              </a:rPr>
              <a:t>t</a:t>
            </a:r>
            <a:r>
              <a:rPr b="0" lang="en-US" sz="1450" spc="-1" strike="noStrike">
                <a:latin typeface="Cambria"/>
              </a:rPr>
              <a:t>)</a:t>
            </a:r>
            <a:r>
              <a:rPr b="0" lang="en-US" sz="1450" spc="194" strike="noStrike">
                <a:latin typeface="Cambria"/>
              </a:rPr>
              <a:t> </a:t>
            </a:r>
            <a:r>
              <a:rPr b="0" lang="en-US" sz="1450" spc="-21" strike="noStrike">
                <a:latin typeface="Cambria"/>
              </a:rPr>
              <a:t>with</a:t>
            </a:r>
            <a:endParaRPr b="0" lang="en-US" sz="1450" spc="-1" strike="noStrike">
              <a:latin typeface="Arial"/>
            </a:endParaRPr>
          </a:p>
          <a:p>
            <a:pPr marL="12600">
              <a:lnSpc>
                <a:spcPts val="1661"/>
              </a:lnSpc>
              <a:buNone/>
            </a:pPr>
            <a:r>
              <a:rPr b="0" lang="en-US" sz="1450" spc="-1" strike="noStrike">
                <a:latin typeface="Cambria"/>
              </a:rPr>
              <a:t>18</a:t>
            </a:r>
            <a:r>
              <a:rPr b="0" lang="en-US" sz="1450" spc="4" strike="noStrike">
                <a:latin typeface="Cambria"/>
              </a:rPr>
              <a:t> </a:t>
            </a:r>
            <a:r>
              <a:rPr b="0" lang="en-US" sz="1450" spc="38" strike="noStrike">
                <a:latin typeface="Cambria"/>
              </a:rPr>
              <a:t>MeV/</a:t>
            </a:r>
            <a:r>
              <a:rPr b="0" lang="en-US" sz="1450" spc="38" strike="noStrike">
                <a:latin typeface="Segoe UI Symbol"/>
              </a:rPr>
              <a:t>u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210" name="object 21"/>
          <p:cNvSpPr/>
          <p:nvPr/>
        </p:nvSpPr>
        <p:spPr>
          <a:xfrm>
            <a:off x="1687320" y="2994120"/>
            <a:ext cx="2847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vert270" rot="16200000">
            <a:noAutofit/>
          </a:bodyPr>
          <a:p>
            <a:pPr marL="12600">
              <a:lnSpc>
                <a:spcPts val="2191"/>
              </a:lnSpc>
              <a:buNone/>
            </a:pPr>
            <a:r>
              <a:rPr b="0" lang="en-US" sz="2850" spc="177" strike="noStrike" baseline="8000">
                <a:latin typeface="Segoe UI Symbol"/>
              </a:rPr>
              <a:t>E</a:t>
            </a:r>
            <a:r>
              <a:rPr b="0" i="1" lang="en-US" sz="1300" spc="117" strike="noStrike">
                <a:latin typeface="Trebuchet MS"/>
              </a:rPr>
              <a:t>lab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11" name="object 22"/>
          <p:cNvSpPr/>
          <p:nvPr/>
        </p:nvSpPr>
        <p:spPr>
          <a:xfrm>
            <a:off x="1687320" y="2203920"/>
            <a:ext cx="267120" cy="72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vert270" rot="16200000">
            <a:noAutofit/>
          </a:bodyPr>
          <a:p>
            <a:pPr marL="12600">
              <a:lnSpc>
                <a:spcPts val="1905"/>
              </a:lnSpc>
              <a:buNone/>
            </a:pPr>
            <a:r>
              <a:rPr b="0" lang="en-US" sz="1900" spc="63" strike="noStrike">
                <a:latin typeface="Cambria"/>
              </a:rPr>
              <a:t>(MeV)</a:t>
            </a:r>
            <a:endParaRPr b="0" lang="en-US" sz="1900" spc="-1" strike="noStrike">
              <a:latin typeface="Arial"/>
            </a:endParaRPr>
          </a:p>
        </p:txBody>
      </p:sp>
      <p:grpSp>
        <p:nvGrpSpPr>
          <p:cNvPr id="212" name="object 23"/>
          <p:cNvGrpSpPr/>
          <p:nvPr/>
        </p:nvGrpSpPr>
        <p:grpSpPr>
          <a:xfrm>
            <a:off x="7309440" y="1319400"/>
            <a:ext cx="3634560" cy="3265560"/>
            <a:chOff x="7309440" y="1319400"/>
            <a:chExt cx="3634560" cy="3265560"/>
          </a:xfrm>
        </p:grpSpPr>
        <p:sp>
          <p:nvSpPr>
            <p:cNvPr id="213" name="object 24"/>
            <p:cNvSpPr/>
            <p:nvPr/>
          </p:nvSpPr>
          <p:spPr>
            <a:xfrm>
              <a:off x="7309440" y="1319400"/>
              <a:ext cx="3634560" cy="3265560"/>
            </a:xfrm>
            <a:custGeom>
              <a:avLst/>
              <a:gdLst/>
              <a:ahLst/>
              <a:rect l="l" t="t" r="r" b="b"/>
              <a:pathLst>
                <a:path w="3634740" h="3265804">
                  <a:moveTo>
                    <a:pt x="3634613" y="0"/>
                  </a:moveTo>
                  <a:lnTo>
                    <a:pt x="0" y="0"/>
                  </a:lnTo>
                  <a:lnTo>
                    <a:pt x="0" y="3265559"/>
                  </a:lnTo>
                  <a:lnTo>
                    <a:pt x="3634613" y="3265559"/>
                  </a:lnTo>
                  <a:lnTo>
                    <a:pt x="3634613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4" name="object 25"/>
            <p:cNvSpPr/>
            <p:nvPr/>
          </p:nvSpPr>
          <p:spPr>
            <a:xfrm>
              <a:off x="8014680" y="1390680"/>
              <a:ext cx="2792520" cy="2620800"/>
            </a:xfrm>
            <a:custGeom>
              <a:avLst/>
              <a:gdLst/>
              <a:ahLst/>
              <a:rect l="l" t="t" r="r" b="b"/>
              <a:pathLst>
                <a:path w="2792729" h="2621279">
                  <a:moveTo>
                    <a:pt x="0" y="2621194"/>
                  </a:moveTo>
                  <a:lnTo>
                    <a:pt x="2792677" y="2621194"/>
                  </a:lnTo>
                  <a:lnTo>
                    <a:pt x="2792677" y="0"/>
                  </a:lnTo>
                  <a:lnTo>
                    <a:pt x="0" y="0"/>
                  </a:lnTo>
                  <a:lnTo>
                    <a:pt x="0" y="2621194"/>
                  </a:lnTo>
                  <a:close/>
                </a:path>
                <a:path w="2792729" h="2621279">
                  <a:moveTo>
                    <a:pt x="0" y="2621194"/>
                  </a:moveTo>
                  <a:lnTo>
                    <a:pt x="2792678" y="2621194"/>
                  </a:lnTo>
                </a:path>
                <a:path w="2792729" h="2621279">
                  <a:moveTo>
                    <a:pt x="15543" y="2542559"/>
                  </a:moveTo>
                  <a:lnTo>
                    <a:pt x="15543" y="2621194"/>
                  </a:lnTo>
                </a:path>
                <a:path w="2792729" h="2621279">
                  <a:moveTo>
                    <a:pt x="188250" y="2581876"/>
                  </a:moveTo>
                  <a:lnTo>
                    <a:pt x="188250" y="2621194"/>
                  </a:lnTo>
                </a:path>
                <a:path w="2792729" h="2621279">
                  <a:moveTo>
                    <a:pt x="360956" y="2581876"/>
                  </a:moveTo>
                  <a:lnTo>
                    <a:pt x="360956" y="2621194"/>
                  </a:lnTo>
                </a:path>
                <a:path w="2792729" h="2621279">
                  <a:moveTo>
                    <a:pt x="533667" y="2581876"/>
                  </a:moveTo>
                  <a:lnTo>
                    <a:pt x="533667" y="2621194"/>
                  </a:lnTo>
                </a:path>
                <a:path w="2792729" h="2621279">
                  <a:moveTo>
                    <a:pt x="706371" y="2542559"/>
                  </a:moveTo>
                  <a:lnTo>
                    <a:pt x="706371" y="2621194"/>
                  </a:lnTo>
                </a:path>
                <a:path w="2792729" h="2621279">
                  <a:moveTo>
                    <a:pt x="879082" y="2581876"/>
                  </a:moveTo>
                  <a:lnTo>
                    <a:pt x="879082" y="2621194"/>
                  </a:lnTo>
                </a:path>
                <a:path w="2792729" h="2621279">
                  <a:moveTo>
                    <a:pt x="1051787" y="2581876"/>
                  </a:moveTo>
                  <a:lnTo>
                    <a:pt x="1051787" y="2621194"/>
                  </a:lnTo>
                </a:path>
                <a:path w="2792729" h="2621279">
                  <a:moveTo>
                    <a:pt x="1224491" y="2581876"/>
                  </a:moveTo>
                  <a:lnTo>
                    <a:pt x="1224491" y="2621194"/>
                  </a:lnTo>
                </a:path>
                <a:path w="2792729" h="2621279">
                  <a:moveTo>
                    <a:pt x="1397203" y="2542559"/>
                  </a:moveTo>
                  <a:lnTo>
                    <a:pt x="1397203" y="2621194"/>
                  </a:lnTo>
                </a:path>
                <a:path w="2792729" h="2621279">
                  <a:moveTo>
                    <a:pt x="1569907" y="2581876"/>
                  </a:moveTo>
                  <a:lnTo>
                    <a:pt x="1569907" y="2621194"/>
                  </a:lnTo>
                </a:path>
                <a:path w="2792729" h="2621279">
                  <a:moveTo>
                    <a:pt x="1742618" y="2581876"/>
                  </a:moveTo>
                  <a:lnTo>
                    <a:pt x="1742618" y="2621194"/>
                  </a:lnTo>
                </a:path>
                <a:path w="2792729" h="2621279">
                  <a:moveTo>
                    <a:pt x="1915323" y="2581876"/>
                  </a:moveTo>
                  <a:lnTo>
                    <a:pt x="1915323" y="2621194"/>
                  </a:lnTo>
                </a:path>
                <a:path w="2792729" h="2621279">
                  <a:moveTo>
                    <a:pt x="2088027" y="2542559"/>
                  </a:moveTo>
                  <a:lnTo>
                    <a:pt x="2088027" y="2621194"/>
                  </a:lnTo>
                </a:path>
                <a:path w="2792729" h="2621279">
                  <a:moveTo>
                    <a:pt x="2260738" y="2581876"/>
                  </a:moveTo>
                  <a:lnTo>
                    <a:pt x="2260738" y="2621194"/>
                  </a:lnTo>
                </a:path>
                <a:path w="2792729" h="2621279">
                  <a:moveTo>
                    <a:pt x="2433443" y="2581876"/>
                  </a:moveTo>
                  <a:lnTo>
                    <a:pt x="2433443" y="2621194"/>
                  </a:lnTo>
                </a:path>
                <a:path w="2792729" h="2621279">
                  <a:moveTo>
                    <a:pt x="2606154" y="2581876"/>
                  </a:moveTo>
                  <a:lnTo>
                    <a:pt x="2606154" y="2621194"/>
                  </a:lnTo>
                </a:path>
                <a:path w="2792729" h="2621279">
                  <a:moveTo>
                    <a:pt x="2778859" y="2542559"/>
                  </a:moveTo>
                  <a:lnTo>
                    <a:pt x="2778859" y="2621194"/>
                  </a:lnTo>
                </a:path>
                <a:path w="2792729" h="2621279">
                  <a:moveTo>
                    <a:pt x="15543" y="2542559"/>
                  </a:moveTo>
                  <a:lnTo>
                    <a:pt x="15543" y="2621194"/>
                  </a:lnTo>
                </a:path>
                <a:path w="2792729" h="2621279">
                  <a:moveTo>
                    <a:pt x="2778859" y="2542559"/>
                  </a:moveTo>
                  <a:lnTo>
                    <a:pt x="2778859" y="2621194"/>
                  </a:lnTo>
                </a:path>
              </a:pathLst>
            </a:custGeom>
            <a:noFill/>
            <a:ln w="49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15" name="object 26"/>
          <p:cNvSpPr/>
          <p:nvPr/>
        </p:nvSpPr>
        <p:spPr>
          <a:xfrm>
            <a:off x="7872480" y="3986640"/>
            <a:ext cx="3189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  <a:buNone/>
            </a:pPr>
            <a:r>
              <a:rPr b="0" lang="en-US" sz="1550" spc="-26" strike="noStrike">
                <a:latin typeface="Times New Roman"/>
              </a:rPr>
              <a:t>100</a:t>
            </a:r>
            <a:endParaRPr b="0" lang="en-US" sz="1550" spc="-1" strike="noStrike">
              <a:latin typeface="Arial"/>
            </a:endParaRPr>
          </a:p>
        </p:txBody>
      </p:sp>
      <p:sp>
        <p:nvSpPr>
          <p:cNvPr id="216" name="object 27"/>
          <p:cNvSpPr/>
          <p:nvPr/>
        </p:nvSpPr>
        <p:spPr>
          <a:xfrm>
            <a:off x="8014680" y="1390680"/>
            <a:ext cx="83520" cy="2620800"/>
          </a:xfrm>
          <a:custGeom>
            <a:avLst/>
            <a:gdLst/>
            <a:ahLst/>
            <a:rect l="l" t="t" r="r" b="b"/>
            <a:pathLst>
              <a:path w="83820" h="2621279">
                <a:moveTo>
                  <a:pt x="0" y="2621196"/>
                </a:moveTo>
                <a:lnTo>
                  <a:pt x="0" y="0"/>
                </a:lnTo>
              </a:path>
              <a:path w="83820" h="2621279">
                <a:moveTo>
                  <a:pt x="83780" y="2621196"/>
                </a:moveTo>
                <a:lnTo>
                  <a:pt x="0" y="2621196"/>
                </a:lnTo>
              </a:path>
              <a:path w="83820" h="2621279">
                <a:moveTo>
                  <a:pt x="41890" y="2446447"/>
                </a:moveTo>
                <a:lnTo>
                  <a:pt x="0" y="2446447"/>
                </a:lnTo>
              </a:path>
              <a:path w="83820" h="2621279">
                <a:moveTo>
                  <a:pt x="41890" y="2271706"/>
                </a:moveTo>
                <a:lnTo>
                  <a:pt x="0" y="2271706"/>
                </a:lnTo>
              </a:path>
              <a:path w="83820" h="2621279">
                <a:moveTo>
                  <a:pt x="41890" y="2096959"/>
                </a:moveTo>
                <a:lnTo>
                  <a:pt x="0" y="2096959"/>
                </a:lnTo>
              </a:path>
              <a:path w="83820" h="2621279">
                <a:moveTo>
                  <a:pt x="41890" y="1922212"/>
                </a:moveTo>
                <a:lnTo>
                  <a:pt x="0" y="1922212"/>
                </a:lnTo>
              </a:path>
              <a:path w="83820" h="2621279">
                <a:moveTo>
                  <a:pt x="83780" y="1747465"/>
                </a:moveTo>
                <a:lnTo>
                  <a:pt x="0" y="1747465"/>
                </a:lnTo>
              </a:path>
              <a:path w="83820" h="2621279">
                <a:moveTo>
                  <a:pt x="41890" y="1572718"/>
                </a:moveTo>
                <a:lnTo>
                  <a:pt x="0" y="1572718"/>
                </a:lnTo>
              </a:path>
              <a:path w="83820" h="2621279">
                <a:moveTo>
                  <a:pt x="41890" y="1397970"/>
                </a:moveTo>
                <a:lnTo>
                  <a:pt x="0" y="1397970"/>
                </a:lnTo>
              </a:path>
              <a:path w="83820" h="2621279">
                <a:moveTo>
                  <a:pt x="41890" y="1223223"/>
                </a:moveTo>
                <a:lnTo>
                  <a:pt x="0" y="1223223"/>
                </a:lnTo>
              </a:path>
              <a:path w="83820" h="2621279">
                <a:moveTo>
                  <a:pt x="41890" y="1048476"/>
                </a:moveTo>
                <a:lnTo>
                  <a:pt x="0" y="1048476"/>
                </a:lnTo>
              </a:path>
              <a:path w="83820" h="2621279">
                <a:moveTo>
                  <a:pt x="83780" y="873729"/>
                </a:moveTo>
                <a:lnTo>
                  <a:pt x="0" y="873729"/>
                </a:lnTo>
              </a:path>
              <a:path w="83820" h="2621279">
                <a:moveTo>
                  <a:pt x="41890" y="698988"/>
                </a:moveTo>
                <a:lnTo>
                  <a:pt x="0" y="698988"/>
                </a:lnTo>
              </a:path>
              <a:path w="83820" h="2621279">
                <a:moveTo>
                  <a:pt x="41890" y="524241"/>
                </a:moveTo>
                <a:lnTo>
                  <a:pt x="0" y="524241"/>
                </a:lnTo>
              </a:path>
              <a:path w="83820" h="2621279">
                <a:moveTo>
                  <a:pt x="41890" y="349494"/>
                </a:moveTo>
                <a:lnTo>
                  <a:pt x="0" y="349494"/>
                </a:lnTo>
              </a:path>
              <a:path w="83820" h="2621279">
                <a:moveTo>
                  <a:pt x="41890" y="174747"/>
                </a:moveTo>
                <a:lnTo>
                  <a:pt x="0" y="174747"/>
                </a:lnTo>
              </a:path>
              <a:path w="83820" h="2621279">
                <a:moveTo>
                  <a:pt x="83780" y="0"/>
                </a:moveTo>
                <a:lnTo>
                  <a:pt x="0" y="0"/>
                </a:lnTo>
              </a:path>
            </a:pathLst>
          </a:custGeom>
          <a:noFill/>
          <a:ln w="49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object 28"/>
          <p:cNvSpPr/>
          <p:nvPr/>
        </p:nvSpPr>
        <p:spPr>
          <a:xfrm>
            <a:off x="7886520" y="3870000"/>
            <a:ext cx="1234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  <a:buNone/>
            </a:pPr>
            <a:r>
              <a:rPr b="0" lang="en-US" sz="1550" spc="-52" strike="noStrike">
                <a:latin typeface="Times New Roman"/>
              </a:rPr>
              <a:t>0</a:t>
            </a:r>
            <a:endParaRPr b="0" lang="en-US" sz="1550" spc="-1" strike="noStrike">
              <a:latin typeface="Arial"/>
            </a:endParaRPr>
          </a:p>
        </p:txBody>
      </p:sp>
      <p:sp>
        <p:nvSpPr>
          <p:cNvPr id="218" name="object 29"/>
          <p:cNvSpPr/>
          <p:nvPr/>
        </p:nvSpPr>
        <p:spPr>
          <a:xfrm>
            <a:off x="7891200" y="2997360"/>
            <a:ext cx="1234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  <a:buNone/>
            </a:pPr>
            <a:r>
              <a:rPr b="0" lang="en-US" sz="1550" spc="-52" strike="noStrike">
                <a:latin typeface="Times New Roman"/>
              </a:rPr>
              <a:t>5</a:t>
            </a:r>
            <a:endParaRPr b="0" lang="en-US" sz="1550" spc="-1" strike="noStrike">
              <a:latin typeface="Arial"/>
            </a:endParaRPr>
          </a:p>
        </p:txBody>
      </p:sp>
      <p:sp>
        <p:nvSpPr>
          <p:cNvPr id="219" name="object 30"/>
          <p:cNvSpPr/>
          <p:nvPr/>
        </p:nvSpPr>
        <p:spPr>
          <a:xfrm>
            <a:off x="7788240" y="2125080"/>
            <a:ext cx="2214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  <a:buNone/>
            </a:pPr>
            <a:r>
              <a:rPr b="0" lang="en-US" sz="1550" spc="-26" strike="noStrike">
                <a:latin typeface="Times New Roman"/>
              </a:rPr>
              <a:t>10</a:t>
            </a:r>
            <a:endParaRPr b="0" lang="en-US" sz="1550" spc="-1" strike="noStrike">
              <a:latin typeface="Arial"/>
            </a:endParaRPr>
          </a:p>
        </p:txBody>
      </p:sp>
      <p:sp>
        <p:nvSpPr>
          <p:cNvPr id="220" name="object 31"/>
          <p:cNvSpPr/>
          <p:nvPr/>
        </p:nvSpPr>
        <p:spPr>
          <a:xfrm>
            <a:off x="2039760" y="1243800"/>
            <a:ext cx="5974920" cy="70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 anchor="t">
            <a:spAutoFit/>
          </a:bodyPr>
          <a:p>
            <a:pPr marL="12600">
              <a:lnSpc>
                <a:spcPct val="100000"/>
              </a:lnSpc>
              <a:spcBef>
                <a:spcPts val="130"/>
              </a:spcBef>
              <a:buNone/>
              <a:tabLst>
                <a:tab algn="l" pos="5765760"/>
              </a:tabLst>
            </a:pPr>
            <a:r>
              <a:rPr b="0" lang="en-US" sz="1550" spc="-26" strike="noStrike">
                <a:latin typeface="Times New Roman"/>
              </a:rPr>
              <a:t>30</a:t>
            </a:r>
            <a:r>
              <a:rPr b="0" lang="en-US" sz="1550" spc="-1" strike="noStrike">
                <a:latin typeface="Times New Roman"/>
              </a:rPr>
              <a:t>	</a:t>
            </a:r>
            <a:r>
              <a:rPr b="0" lang="en-US" sz="1550" spc="-26" strike="noStrike">
                <a:latin typeface="Times New Roman"/>
              </a:rPr>
              <a:t>15</a:t>
            </a:r>
            <a:endParaRPr b="0" lang="en-US" sz="1550" spc="-1" strike="noStrike">
              <a:latin typeface="Arial"/>
            </a:endParaRPr>
          </a:p>
          <a:p>
            <a:pPr marL="17280">
              <a:lnSpc>
                <a:spcPct val="100000"/>
              </a:lnSpc>
              <a:spcBef>
                <a:spcPts val="1681"/>
              </a:spcBef>
              <a:buNone/>
              <a:tabLst>
                <a:tab algn="l" pos="5765760"/>
              </a:tabLst>
            </a:pPr>
            <a:r>
              <a:rPr b="0" lang="en-US" sz="1550" spc="-26" strike="noStrike">
                <a:latin typeface="Times New Roman"/>
              </a:rPr>
              <a:t>25</a:t>
            </a:r>
            <a:endParaRPr b="0" lang="en-US" sz="1550" spc="-1" strike="noStrike">
              <a:latin typeface="Arial"/>
            </a:endParaRPr>
          </a:p>
        </p:txBody>
      </p:sp>
      <p:grpSp>
        <p:nvGrpSpPr>
          <p:cNvPr id="221" name="object 32"/>
          <p:cNvGrpSpPr/>
          <p:nvPr/>
        </p:nvGrpSpPr>
        <p:grpSpPr>
          <a:xfrm>
            <a:off x="8014680" y="1492920"/>
            <a:ext cx="2779200" cy="2277360"/>
            <a:chOff x="8014680" y="1492920"/>
            <a:chExt cx="2779200" cy="2277360"/>
          </a:xfrm>
        </p:grpSpPr>
        <p:sp>
          <p:nvSpPr>
            <p:cNvPr id="222" name="object 33"/>
            <p:cNvSpPr/>
            <p:nvPr/>
          </p:nvSpPr>
          <p:spPr>
            <a:xfrm>
              <a:off x="8014680" y="1492920"/>
              <a:ext cx="2779200" cy="1863360"/>
            </a:xfrm>
            <a:custGeom>
              <a:avLst/>
              <a:gdLst/>
              <a:ahLst/>
              <a:rect l="l" t="t" r="r" b="b"/>
              <a:pathLst>
                <a:path w="2779395" h="1863725">
                  <a:moveTo>
                    <a:pt x="2778859" y="1863613"/>
                  </a:moveTo>
                  <a:lnTo>
                    <a:pt x="2669404" y="1862253"/>
                  </a:lnTo>
                  <a:lnTo>
                    <a:pt x="2560329" y="1858174"/>
                  </a:lnTo>
                  <a:lnTo>
                    <a:pt x="2452004" y="1851383"/>
                  </a:lnTo>
                  <a:lnTo>
                    <a:pt x="2344776" y="1841866"/>
                  </a:lnTo>
                  <a:lnTo>
                    <a:pt x="2238972" y="1829643"/>
                  </a:lnTo>
                  <a:lnTo>
                    <a:pt x="2134883" y="1814714"/>
                  </a:lnTo>
                  <a:lnTo>
                    <a:pt x="2032765" y="1797079"/>
                  </a:lnTo>
                  <a:lnTo>
                    <a:pt x="1932840" y="1776738"/>
                  </a:lnTo>
                  <a:lnTo>
                    <a:pt x="1835279" y="1753711"/>
                  </a:lnTo>
                  <a:lnTo>
                    <a:pt x="1740221" y="1727997"/>
                  </a:lnTo>
                  <a:lnTo>
                    <a:pt x="1647764" y="1699604"/>
                  </a:lnTo>
                  <a:lnTo>
                    <a:pt x="1557967" y="1668544"/>
                  </a:lnTo>
                  <a:lnTo>
                    <a:pt x="1470862" y="1634824"/>
                  </a:lnTo>
                  <a:lnTo>
                    <a:pt x="1386451" y="1598457"/>
                  </a:lnTo>
                  <a:lnTo>
                    <a:pt x="1304726" y="1559444"/>
                  </a:lnTo>
                  <a:lnTo>
                    <a:pt x="1225628" y="1517809"/>
                  </a:lnTo>
                  <a:lnTo>
                    <a:pt x="1149111" y="1473561"/>
                  </a:lnTo>
                  <a:lnTo>
                    <a:pt x="1075103" y="1426712"/>
                  </a:lnTo>
                  <a:lnTo>
                    <a:pt x="1003526" y="1377281"/>
                  </a:lnTo>
                  <a:lnTo>
                    <a:pt x="934286" y="1325276"/>
                  </a:lnTo>
                  <a:lnTo>
                    <a:pt x="867299" y="1270710"/>
                  </a:lnTo>
                  <a:lnTo>
                    <a:pt x="802480" y="1213614"/>
                  </a:lnTo>
                  <a:lnTo>
                    <a:pt x="739717" y="1153990"/>
                  </a:lnTo>
                  <a:lnTo>
                    <a:pt x="678924" y="1091871"/>
                  </a:lnTo>
                  <a:lnTo>
                    <a:pt x="620003" y="1027262"/>
                  </a:lnTo>
                  <a:lnTo>
                    <a:pt x="562868" y="960189"/>
                  </a:lnTo>
                  <a:lnTo>
                    <a:pt x="507428" y="890674"/>
                  </a:lnTo>
                  <a:lnTo>
                    <a:pt x="453597" y="818735"/>
                  </a:lnTo>
                  <a:lnTo>
                    <a:pt x="401289" y="744393"/>
                  </a:lnTo>
                  <a:lnTo>
                    <a:pt x="350434" y="667672"/>
                  </a:lnTo>
                  <a:lnTo>
                    <a:pt x="300944" y="588601"/>
                  </a:lnTo>
                  <a:lnTo>
                    <a:pt x="252760" y="507197"/>
                  </a:lnTo>
                  <a:lnTo>
                    <a:pt x="205805" y="423489"/>
                  </a:lnTo>
                  <a:lnTo>
                    <a:pt x="160017" y="337501"/>
                  </a:lnTo>
                  <a:lnTo>
                    <a:pt x="115336" y="249254"/>
                  </a:lnTo>
                  <a:lnTo>
                    <a:pt x="71703" y="158787"/>
                  </a:lnTo>
                  <a:lnTo>
                    <a:pt x="29064" y="66113"/>
                  </a:lnTo>
                  <a:lnTo>
                    <a:pt x="0" y="0"/>
                  </a:lnTo>
                </a:path>
                <a:path w="2779395" h="1863725">
                  <a:moveTo>
                    <a:pt x="0" y="0"/>
                  </a:moveTo>
                  <a:lnTo>
                    <a:pt x="29064" y="66113"/>
                  </a:lnTo>
                </a:path>
                <a:path w="2779395" h="1863725">
                  <a:moveTo>
                    <a:pt x="29064" y="66113"/>
                  </a:moveTo>
                  <a:lnTo>
                    <a:pt x="71703" y="158787"/>
                  </a:lnTo>
                  <a:lnTo>
                    <a:pt x="115336" y="249254"/>
                  </a:lnTo>
                  <a:lnTo>
                    <a:pt x="160017" y="337501"/>
                  </a:lnTo>
                  <a:lnTo>
                    <a:pt x="205805" y="423489"/>
                  </a:lnTo>
                  <a:lnTo>
                    <a:pt x="252760" y="507197"/>
                  </a:lnTo>
                  <a:lnTo>
                    <a:pt x="300944" y="588601"/>
                  </a:lnTo>
                  <a:lnTo>
                    <a:pt x="346224" y="663469"/>
                  </a:lnTo>
                  <a:lnTo>
                    <a:pt x="401289" y="744393"/>
                  </a:lnTo>
                  <a:lnTo>
                    <a:pt x="453597" y="818735"/>
                  </a:lnTo>
                  <a:lnTo>
                    <a:pt x="507428" y="890674"/>
                  </a:lnTo>
                  <a:lnTo>
                    <a:pt x="562868" y="960189"/>
                  </a:lnTo>
                  <a:lnTo>
                    <a:pt x="620003" y="1027262"/>
                  </a:lnTo>
                  <a:lnTo>
                    <a:pt x="678924" y="1091871"/>
                  </a:lnTo>
                  <a:lnTo>
                    <a:pt x="739717" y="1153990"/>
                  </a:lnTo>
                  <a:lnTo>
                    <a:pt x="802480" y="1213614"/>
                  </a:lnTo>
                  <a:lnTo>
                    <a:pt x="867299" y="1270710"/>
                  </a:lnTo>
                  <a:lnTo>
                    <a:pt x="934286" y="1325276"/>
                  </a:lnTo>
                  <a:lnTo>
                    <a:pt x="1003526" y="1377281"/>
                  </a:lnTo>
                  <a:lnTo>
                    <a:pt x="1075103" y="1426712"/>
                  </a:lnTo>
                  <a:lnTo>
                    <a:pt x="1149111" y="1473561"/>
                  </a:lnTo>
                  <a:lnTo>
                    <a:pt x="1225628" y="1517809"/>
                  </a:lnTo>
                  <a:lnTo>
                    <a:pt x="1304726" y="1559444"/>
                  </a:lnTo>
                  <a:lnTo>
                    <a:pt x="1386451" y="1598457"/>
                  </a:lnTo>
                  <a:lnTo>
                    <a:pt x="1470862" y="1634824"/>
                  </a:lnTo>
                  <a:lnTo>
                    <a:pt x="1557967" y="1668544"/>
                  </a:lnTo>
                  <a:lnTo>
                    <a:pt x="1647764" y="1699604"/>
                  </a:lnTo>
                  <a:lnTo>
                    <a:pt x="1740221" y="1727997"/>
                  </a:lnTo>
                  <a:lnTo>
                    <a:pt x="1835279" y="1753711"/>
                  </a:lnTo>
                  <a:lnTo>
                    <a:pt x="1932840" y="1776738"/>
                  </a:lnTo>
                  <a:lnTo>
                    <a:pt x="2032765" y="1797079"/>
                  </a:lnTo>
                  <a:lnTo>
                    <a:pt x="2134883" y="1814714"/>
                  </a:lnTo>
                  <a:lnTo>
                    <a:pt x="2238972" y="1829643"/>
                  </a:lnTo>
                  <a:lnTo>
                    <a:pt x="2344776" y="1841866"/>
                  </a:lnTo>
                  <a:lnTo>
                    <a:pt x="2452004" y="1851383"/>
                  </a:lnTo>
                  <a:lnTo>
                    <a:pt x="2560329" y="1858174"/>
                  </a:lnTo>
                  <a:lnTo>
                    <a:pt x="2669404" y="1862253"/>
                  </a:lnTo>
                </a:path>
              </a:pathLst>
            </a:custGeom>
            <a:noFill/>
            <a:ln w="14777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3" name="object 34"/>
            <p:cNvSpPr/>
            <p:nvPr/>
          </p:nvSpPr>
          <p:spPr>
            <a:xfrm>
              <a:off x="8037360" y="1558800"/>
              <a:ext cx="2756160" cy="1797480"/>
            </a:xfrm>
            <a:custGeom>
              <a:avLst/>
              <a:gdLst/>
              <a:ahLst/>
              <a:rect l="l" t="t" r="r" b="b"/>
              <a:pathLst>
                <a:path w="2756534" h="1797685">
                  <a:moveTo>
                    <a:pt x="2749794" y="1797500"/>
                  </a:moveTo>
                  <a:lnTo>
                    <a:pt x="2756362" y="1797500"/>
                  </a:lnTo>
                </a:path>
                <a:path w="2756534" h="1797685">
                  <a:moveTo>
                    <a:pt x="2640339" y="1796140"/>
                  </a:moveTo>
                  <a:lnTo>
                    <a:pt x="2646907" y="1796140"/>
                  </a:lnTo>
                </a:path>
                <a:path w="2756534" h="1797685">
                  <a:moveTo>
                    <a:pt x="2531265" y="1792061"/>
                  </a:moveTo>
                  <a:lnTo>
                    <a:pt x="2537833" y="1792061"/>
                  </a:lnTo>
                </a:path>
                <a:path w="2756534" h="1797685">
                  <a:moveTo>
                    <a:pt x="2422940" y="1785270"/>
                  </a:moveTo>
                  <a:lnTo>
                    <a:pt x="2429508" y="1785270"/>
                  </a:lnTo>
                </a:path>
                <a:path w="2756534" h="1797685">
                  <a:moveTo>
                    <a:pt x="2315711" y="1775753"/>
                  </a:moveTo>
                  <a:lnTo>
                    <a:pt x="2322279" y="1775753"/>
                  </a:lnTo>
                </a:path>
                <a:path w="2756534" h="1797685">
                  <a:moveTo>
                    <a:pt x="2209908" y="1763530"/>
                  </a:moveTo>
                  <a:lnTo>
                    <a:pt x="2216476" y="1763530"/>
                  </a:lnTo>
                </a:path>
                <a:path w="2756534" h="1797685">
                  <a:moveTo>
                    <a:pt x="2105819" y="1748601"/>
                  </a:moveTo>
                  <a:lnTo>
                    <a:pt x="2112387" y="1748601"/>
                  </a:lnTo>
                </a:path>
                <a:path w="2756534" h="1797685">
                  <a:moveTo>
                    <a:pt x="2003700" y="1730966"/>
                  </a:moveTo>
                  <a:lnTo>
                    <a:pt x="2010268" y="1730966"/>
                  </a:lnTo>
                </a:path>
                <a:path w="2756534" h="1797685">
                  <a:moveTo>
                    <a:pt x="1903775" y="1710625"/>
                  </a:moveTo>
                  <a:lnTo>
                    <a:pt x="1910343" y="1710625"/>
                  </a:lnTo>
                </a:path>
                <a:path w="2756534" h="1797685">
                  <a:moveTo>
                    <a:pt x="1806215" y="1687598"/>
                  </a:moveTo>
                  <a:lnTo>
                    <a:pt x="1812782" y="1687598"/>
                  </a:lnTo>
                </a:path>
                <a:path w="2756534" h="1797685">
                  <a:moveTo>
                    <a:pt x="1711156" y="1661884"/>
                  </a:moveTo>
                  <a:lnTo>
                    <a:pt x="1717724" y="1661884"/>
                  </a:lnTo>
                </a:path>
                <a:path w="2756534" h="1797685">
                  <a:moveTo>
                    <a:pt x="1618699" y="1633491"/>
                  </a:moveTo>
                  <a:lnTo>
                    <a:pt x="1625267" y="1633491"/>
                  </a:lnTo>
                </a:path>
                <a:path w="2756534" h="1797685">
                  <a:moveTo>
                    <a:pt x="1528902" y="1602431"/>
                  </a:moveTo>
                  <a:lnTo>
                    <a:pt x="1535470" y="1602431"/>
                  </a:lnTo>
                </a:path>
                <a:path w="2756534" h="1797685">
                  <a:moveTo>
                    <a:pt x="1441798" y="1568711"/>
                  </a:moveTo>
                  <a:lnTo>
                    <a:pt x="1448366" y="1568711"/>
                  </a:lnTo>
                </a:path>
                <a:path w="2756534" h="1797685">
                  <a:moveTo>
                    <a:pt x="1357386" y="1532344"/>
                  </a:moveTo>
                  <a:lnTo>
                    <a:pt x="1363954" y="1532344"/>
                  </a:lnTo>
                </a:path>
                <a:path w="2756534" h="1797685">
                  <a:moveTo>
                    <a:pt x="1275661" y="1493331"/>
                  </a:moveTo>
                  <a:lnTo>
                    <a:pt x="1282229" y="1493331"/>
                  </a:lnTo>
                </a:path>
                <a:path w="2756534" h="1797685">
                  <a:moveTo>
                    <a:pt x="1196563" y="1451696"/>
                  </a:moveTo>
                  <a:lnTo>
                    <a:pt x="1203131" y="1451696"/>
                  </a:lnTo>
                </a:path>
                <a:path w="2756534" h="1797685">
                  <a:moveTo>
                    <a:pt x="1120046" y="1407448"/>
                  </a:moveTo>
                  <a:lnTo>
                    <a:pt x="1126614" y="1407448"/>
                  </a:lnTo>
                </a:path>
                <a:path w="2756534" h="1797685">
                  <a:moveTo>
                    <a:pt x="1046039" y="1360599"/>
                  </a:moveTo>
                  <a:lnTo>
                    <a:pt x="1052607" y="1360599"/>
                  </a:lnTo>
                </a:path>
                <a:path w="2756534" h="1797685">
                  <a:moveTo>
                    <a:pt x="974461" y="1311168"/>
                  </a:moveTo>
                  <a:lnTo>
                    <a:pt x="981029" y="1311168"/>
                  </a:lnTo>
                </a:path>
                <a:path w="2756534" h="1797685">
                  <a:moveTo>
                    <a:pt x="905222" y="1259163"/>
                  </a:moveTo>
                  <a:lnTo>
                    <a:pt x="911790" y="1259163"/>
                  </a:lnTo>
                </a:path>
                <a:path w="2756534" h="1797685">
                  <a:moveTo>
                    <a:pt x="838235" y="1204596"/>
                  </a:moveTo>
                  <a:lnTo>
                    <a:pt x="844803" y="1204596"/>
                  </a:lnTo>
                </a:path>
                <a:path w="2756534" h="1797685">
                  <a:moveTo>
                    <a:pt x="773416" y="1147501"/>
                  </a:moveTo>
                  <a:lnTo>
                    <a:pt x="779984" y="1147501"/>
                  </a:lnTo>
                </a:path>
                <a:path w="2756534" h="1797685">
                  <a:moveTo>
                    <a:pt x="710652" y="1087877"/>
                  </a:moveTo>
                  <a:lnTo>
                    <a:pt x="717220" y="1087877"/>
                  </a:lnTo>
                </a:path>
                <a:path w="2756534" h="1797685">
                  <a:moveTo>
                    <a:pt x="649859" y="1025757"/>
                  </a:moveTo>
                  <a:lnTo>
                    <a:pt x="656427" y="1025757"/>
                  </a:lnTo>
                </a:path>
                <a:path w="2756534" h="1797685">
                  <a:moveTo>
                    <a:pt x="590938" y="961148"/>
                  </a:moveTo>
                  <a:lnTo>
                    <a:pt x="597506" y="961148"/>
                  </a:lnTo>
                </a:path>
                <a:path w="2756534" h="1797685">
                  <a:moveTo>
                    <a:pt x="533803" y="894076"/>
                  </a:moveTo>
                  <a:lnTo>
                    <a:pt x="540371" y="894076"/>
                  </a:lnTo>
                </a:path>
                <a:path w="2756534" h="1797685">
                  <a:moveTo>
                    <a:pt x="478363" y="824561"/>
                  </a:moveTo>
                  <a:lnTo>
                    <a:pt x="484931" y="824561"/>
                  </a:lnTo>
                </a:path>
                <a:path w="2756534" h="1797685">
                  <a:moveTo>
                    <a:pt x="424532" y="752622"/>
                  </a:moveTo>
                  <a:lnTo>
                    <a:pt x="431100" y="752622"/>
                  </a:lnTo>
                </a:path>
                <a:path w="2756534" h="1797685">
                  <a:moveTo>
                    <a:pt x="372225" y="678279"/>
                  </a:moveTo>
                  <a:lnTo>
                    <a:pt x="378793" y="678279"/>
                  </a:lnTo>
                </a:path>
                <a:path w="2756534" h="1797685">
                  <a:moveTo>
                    <a:pt x="321369" y="601559"/>
                  </a:moveTo>
                  <a:lnTo>
                    <a:pt x="327937" y="601559"/>
                  </a:lnTo>
                </a:path>
                <a:path w="2756534" h="1797685">
                  <a:moveTo>
                    <a:pt x="271880" y="522487"/>
                  </a:moveTo>
                  <a:lnTo>
                    <a:pt x="278448" y="522487"/>
                  </a:lnTo>
                </a:path>
                <a:path w="2756534" h="1797685">
                  <a:moveTo>
                    <a:pt x="223696" y="441084"/>
                  </a:moveTo>
                  <a:lnTo>
                    <a:pt x="230264" y="441084"/>
                  </a:lnTo>
                </a:path>
                <a:path w="2756534" h="1797685">
                  <a:moveTo>
                    <a:pt x="176741" y="357375"/>
                  </a:moveTo>
                  <a:lnTo>
                    <a:pt x="183309" y="357375"/>
                  </a:lnTo>
                </a:path>
                <a:path w="2756534" h="1797685">
                  <a:moveTo>
                    <a:pt x="130953" y="271388"/>
                  </a:moveTo>
                  <a:lnTo>
                    <a:pt x="137521" y="271388"/>
                  </a:lnTo>
                </a:path>
                <a:path w="2756534" h="1797685">
                  <a:moveTo>
                    <a:pt x="86272" y="183141"/>
                  </a:moveTo>
                  <a:lnTo>
                    <a:pt x="92840" y="183141"/>
                  </a:lnTo>
                </a:path>
                <a:path w="2756534" h="1797685">
                  <a:moveTo>
                    <a:pt x="42639" y="92673"/>
                  </a:moveTo>
                  <a:lnTo>
                    <a:pt x="49207" y="92673"/>
                  </a:lnTo>
                </a:path>
                <a:path w="2756534" h="1797685">
                  <a:moveTo>
                    <a:pt x="0" y="0"/>
                  </a:moveTo>
                  <a:lnTo>
                    <a:pt x="6567" y="0"/>
                  </a:lnTo>
                </a:path>
                <a:path w="2756534" h="1797685">
                  <a:moveTo>
                    <a:pt x="0" y="0"/>
                  </a:moveTo>
                  <a:lnTo>
                    <a:pt x="6567" y="0"/>
                  </a:lnTo>
                </a:path>
                <a:path w="2756534" h="1797685">
                  <a:moveTo>
                    <a:pt x="42639" y="92673"/>
                  </a:moveTo>
                  <a:lnTo>
                    <a:pt x="49207" y="92673"/>
                  </a:lnTo>
                </a:path>
                <a:path w="2756534" h="1797685">
                  <a:moveTo>
                    <a:pt x="86272" y="183141"/>
                  </a:moveTo>
                  <a:lnTo>
                    <a:pt x="92840" y="183141"/>
                  </a:lnTo>
                </a:path>
                <a:path w="2756534" h="1797685">
                  <a:moveTo>
                    <a:pt x="130953" y="271388"/>
                  </a:moveTo>
                  <a:lnTo>
                    <a:pt x="137521" y="271388"/>
                  </a:lnTo>
                </a:path>
                <a:path w="2756534" h="1797685">
                  <a:moveTo>
                    <a:pt x="176741" y="357375"/>
                  </a:moveTo>
                  <a:lnTo>
                    <a:pt x="183309" y="357375"/>
                  </a:lnTo>
                </a:path>
                <a:path w="2756534" h="1797685">
                  <a:moveTo>
                    <a:pt x="223696" y="441084"/>
                  </a:moveTo>
                  <a:lnTo>
                    <a:pt x="230264" y="441084"/>
                  </a:lnTo>
                </a:path>
                <a:path w="2756534" h="1797685">
                  <a:moveTo>
                    <a:pt x="271880" y="522487"/>
                  </a:moveTo>
                  <a:lnTo>
                    <a:pt x="278448" y="522487"/>
                  </a:lnTo>
                </a:path>
                <a:path w="2756534" h="1797685">
                  <a:moveTo>
                    <a:pt x="317159" y="597356"/>
                  </a:moveTo>
                  <a:lnTo>
                    <a:pt x="323727" y="597356"/>
                  </a:lnTo>
                </a:path>
                <a:path w="2756534" h="1797685">
                  <a:moveTo>
                    <a:pt x="372225" y="678279"/>
                  </a:moveTo>
                  <a:lnTo>
                    <a:pt x="378793" y="678279"/>
                  </a:lnTo>
                </a:path>
                <a:path w="2756534" h="1797685">
                  <a:moveTo>
                    <a:pt x="424532" y="752622"/>
                  </a:moveTo>
                  <a:lnTo>
                    <a:pt x="431100" y="752622"/>
                  </a:lnTo>
                </a:path>
                <a:path w="2756534" h="1797685">
                  <a:moveTo>
                    <a:pt x="478363" y="824561"/>
                  </a:moveTo>
                  <a:lnTo>
                    <a:pt x="484931" y="824561"/>
                  </a:lnTo>
                </a:path>
                <a:path w="2756534" h="1797685">
                  <a:moveTo>
                    <a:pt x="533803" y="894076"/>
                  </a:moveTo>
                  <a:lnTo>
                    <a:pt x="540371" y="894076"/>
                  </a:lnTo>
                </a:path>
                <a:path w="2756534" h="1797685">
                  <a:moveTo>
                    <a:pt x="590938" y="961148"/>
                  </a:moveTo>
                  <a:lnTo>
                    <a:pt x="597506" y="961148"/>
                  </a:lnTo>
                </a:path>
                <a:path w="2756534" h="1797685">
                  <a:moveTo>
                    <a:pt x="649859" y="1025757"/>
                  </a:moveTo>
                  <a:lnTo>
                    <a:pt x="656427" y="1025757"/>
                  </a:lnTo>
                </a:path>
                <a:path w="2756534" h="1797685">
                  <a:moveTo>
                    <a:pt x="710652" y="1087877"/>
                  </a:moveTo>
                  <a:lnTo>
                    <a:pt x="717220" y="1087877"/>
                  </a:lnTo>
                </a:path>
                <a:path w="2756534" h="1797685">
                  <a:moveTo>
                    <a:pt x="773416" y="1147501"/>
                  </a:moveTo>
                  <a:lnTo>
                    <a:pt x="779984" y="1147501"/>
                  </a:lnTo>
                </a:path>
                <a:path w="2756534" h="1797685">
                  <a:moveTo>
                    <a:pt x="838235" y="1204596"/>
                  </a:moveTo>
                  <a:lnTo>
                    <a:pt x="844803" y="1204596"/>
                  </a:lnTo>
                </a:path>
                <a:path w="2756534" h="1797685">
                  <a:moveTo>
                    <a:pt x="905222" y="1259163"/>
                  </a:moveTo>
                  <a:lnTo>
                    <a:pt x="911790" y="1259163"/>
                  </a:lnTo>
                </a:path>
                <a:path w="2756534" h="1797685">
                  <a:moveTo>
                    <a:pt x="974461" y="1311168"/>
                  </a:moveTo>
                  <a:lnTo>
                    <a:pt x="981029" y="1311168"/>
                  </a:lnTo>
                </a:path>
                <a:path w="2756534" h="1797685">
                  <a:moveTo>
                    <a:pt x="1046039" y="1360599"/>
                  </a:moveTo>
                  <a:lnTo>
                    <a:pt x="1052607" y="1360599"/>
                  </a:lnTo>
                </a:path>
                <a:path w="2756534" h="1797685">
                  <a:moveTo>
                    <a:pt x="1120046" y="1407448"/>
                  </a:moveTo>
                  <a:lnTo>
                    <a:pt x="1126614" y="1407448"/>
                  </a:lnTo>
                </a:path>
                <a:path w="2756534" h="1797685">
                  <a:moveTo>
                    <a:pt x="1196563" y="1451696"/>
                  </a:moveTo>
                  <a:lnTo>
                    <a:pt x="1203131" y="1451696"/>
                  </a:lnTo>
                </a:path>
                <a:path w="2756534" h="1797685">
                  <a:moveTo>
                    <a:pt x="1275661" y="1493331"/>
                  </a:moveTo>
                  <a:lnTo>
                    <a:pt x="1282229" y="1493331"/>
                  </a:lnTo>
                </a:path>
                <a:path w="2756534" h="1797685">
                  <a:moveTo>
                    <a:pt x="1357386" y="1532344"/>
                  </a:moveTo>
                  <a:lnTo>
                    <a:pt x="1363954" y="1532344"/>
                  </a:lnTo>
                </a:path>
                <a:path w="2756534" h="1797685">
                  <a:moveTo>
                    <a:pt x="1441798" y="1568711"/>
                  </a:moveTo>
                  <a:lnTo>
                    <a:pt x="1448366" y="1568711"/>
                  </a:lnTo>
                </a:path>
                <a:path w="2756534" h="1797685">
                  <a:moveTo>
                    <a:pt x="1528902" y="1602431"/>
                  </a:moveTo>
                  <a:lnTo>
                    <a:pt x="1535470" y="1602431"/>
                  </a:lnTo>
                </a:path>
                <a:path w="2756534" h="1797685">
                  <a:moveTo>
                    <a:pt x="1618699" y="1633491"/>
                  </a:moveTo>
                  <a:lnTo>
                    <a:pt x="1625267" y="1633491"/>
                  </a:lnTo>
                </a:path>
                <a:path w="2756534" h="1797685">
                  <a:moveTo>
                    <a:pt x="1711156" y="1661884"/>
                  </a:moveTo>
                  <a:lnTo>
                    <a:pt x="1717724" y="1661884"/>
                  </a:lnTo>
                </a:path>
                <a:path w="2756534" h="1797685">
                  <a:moveTo>
                    <a:pt x="1806215" y="1687598"/>
                  </a:moveTo>
                  <a:lnTo>
                    <a:pt x="1812782" y="1687598"/>
                  </a:lnTo>
                </a:path>
                <a:path w="2756534" h="1797685">
                  <a:moveTo>
                    <a:pt x="1903775" y="1710625"/>
                  </a:moveTo>
                  <a:lnTo>
                    <a:pt x="1910343" y="1710625"/>
                  </a:lnTo>
                </a:path>
                <a:path w="2756534" h="1797685">
                  <a:moveTo>
                    <a:pt x="2003700" y="1730966"/>
                  </a:moveTo>
                  <a:lnTo>
                    <a:pt x="2010268" y="1730966"/>
                  </a:lnTo>
                </a:path>
                <a:path w="2756534" h="1797685">
                  <a:moveTo>
                    <a:pt x="2105819" y="1748601"/>
                  </a:moveTo>
                  <a:lnTo>
                    <a:pt x="2112387" y="1748601"/>
                  </a:lnTo>
                </a:path>
                <a:path w="2756534" h="1797685">
                  <a:moveTo>
                    <a:pt x="2209908" y="1763530"/>
                  </a:moveTo>
                  <a:lnTo>
                    <a:pt x="2216476" y="1763530"/>
                  </a:lnTo>
                </a:path>
                <a:path w="2756534" h="1797685">
                  <a:moveTo>
                    <a:pt x="2315711" y="1775753"/>
                  </a:moveTo>
                  <a:lnTo>
                    <a:pt x="2322279" y="1775753"/>
                  </a:lnTo>
                </a:path>
                <a:path w="2756534" h="1797685">
                  <a:moveTo>
                    <a:pt x="2422940" y="1785270"/>
                  </a:moveTo>
                  <a:lnTo>
                    <a:pt x="2429508" y="1785270"/>
                  </a:lnTo>
                </a:path>
                <a:path w="2756534" h="1797685">
                  <a:moveTo>
                    <a:pt x="2531265" y="1792061"/>
                  </a:moveTo>
                  <a:lnTo>
                    <a:pt x="2537833" y="1792061"/>
                  </a:lnTo>
                </a:path>
                <a:path w="2756534" h="1797685">
                  <a:moveTo>
                    <a:pt x="2640339" y="1796140"/>
                  </a:moveTo>
                  <a:lnTo>
                    <a:pt x="2646907" y="1796140"/>
                  </a:lnTo>
                </a:path>
              </a:pathLst>
            </a:custGeom>
            <a:noFill/>
            <a:ln w="49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4" name="object 35"/>
            <p:cNvSpPr/>
            <p:nvPr/>
          </p:nvSpPr>
          <p:spPr>
            <a:xfrm>
              <a:off x="8014680" y="1891080"/>
              <a:ext cx="2779200" cy="1611360"/>
            </a:xfrm>
            <a:custGeom>
              <a:avLst/>
              <a:gdLst/>
              <a:ahLst/>
              <a:rect l="l" t="t" r="r" b="b"/>
              <a:pathLst>
                <a:path w="2779395" h="1611629">
                  <a:moveTo>
                    <a:pt x="2778859" y="1611015"/>
                  </a:moveTo>
                  <a:lnTo>
                    <a:pt x="2659512" y="1609708"/>
                  </a:lnTo>
                  <a:lnTo>
                    <a:pt x="2540685" y="1605787"/>
                  </a:lnTo>
                  <a:lnTo>
                    <a:pt x="2422882" y="1599252"/>
                  </a:lnTo>
                  <a:lnTo>
                    <a:pt x="2306563" y="1590110"/>
                  </a:lnTo>
                  <a:lnTo>
                    <a:pt x="2192169" y="1578359"/>
                  </a:lnTo>
                  <a:lnTo>
                    <a:pt x="2080074" y="1564002"/>
                  </a:lnTo>
                  <a:lnTo>
                    <a:pt x="1970592" y="1547050"/>
                  </a:lnTo>
                  <a:lnTo>
                    <a:pt x="1863988" y="1527497"/>
                  </a:lnTo>
                  <a:lnTo>
                    <a:pt x="1760444" y="1505363"/>
                  </a:lnTo>
                  <a:lnTo>
                    <a:pt x="1660112" y="1480641"/>
                  </a:lnTo>
                  <a:lnTo>
                    <a:pt x="1563063" y="1453345"/>
                  </a:lnTo>
                  <a:lnTo>
                    <a:pt x="1469345" y="1423487"/>
                  </a:lnTo>
                  <a:lnTo>
                    <a:pt x="1378944" y="1391067"/>
                  </a:lnTo>
                  <a:lnTo>
                    <a:pt x="1291826" y="1356106"/>
                  </a:lnTo>
                  <a:lnTo>
                    <a:pt x="1207921" y="1318603"/>
                  </a:lnTo>
                  <a:lnTo>
                    <a:pt x="1127135" y="1278578"/>
                  </a:lnTo>
                  <a:lnTo>
                    <a:pt x="1049377" y="1236037"/>
                  </a:lnTo>
                  <a:lnTo>
                    <a:pt x="974521" y="1191001"/>
                  </a:lnTo>
                  <a:lnTo>
                    <a:pt x="902438" y="1143475"/>
                  </a:lnTo>
                  <a:lnTo>
                    <a:pt x="833008" y="1093480"/>
                  </a:lnTo>
                  <a:lnTo>
                    <a:pt x="766100" y="1041028"/>
                  </a:lnTo>
                  <a:lnTo>
                    <a:pt x="701577" y="986133"/>
                  </a:lnTo>
                  <a:lnTo>
                    <a:pt x="639319" y="928814"/>
                  </a:lnTo>
                  <a:lnTo>
                    <a:pt x="579202" y="869092"/>
                  </a:lnTo>
                  <a:lnTo>
                    <a:pt x="521102" y="806979"/>
                  </a:lnTo>
                  <a:lnTo>
                    <a:pt x="464907" y="742501"/>
                  </a:lnTo>
                  <a:lnTo>
                    <a:pt x="410511" y="675672"/>
                  </a:lnTo>
                  <a:lnTo>
                    <a:pt x="357810" y="606511"/>
                  </a:lnTo>
                  <a:lnTo>
                    <a:pt x="306698" y="535045"/>
                  </a:lnTo>
                  <a:lnTo>
                    <a:pt x="257085" y="461287"/>
                  </a:lnTo>
                  <a:lnTo>
                    <a:pt x="208890" y="385276"/>
                  </a:lnTo>
                  <a:lnTo>
                    <a:pt x="162026" y="307012"/>
                  </a:lnTo>
                  <a:lnTo>
                    <a:pt x="116418" y="226542"/>
                  </a:lnTo>
                  <a:lnTo>
                    <a:pt x="71993" y="143871"/>
                  </a:lnTo>
                  <a:lnTo>
                    <a:pt x="28684" y="59039"/>
                  </a:lnTo>
                  <a:lnTo>
                    <a:pt x="0" y="0"/>
                  </a:lnTo>
                </a:path>
                <a:path w="2779395" h="1611629">
                  <a:moveTo>
                    <a:pt x="0" y="0"/>
                  </a:moveTo>
                  <a:lnTo>
                    <a:pt x="28684" y="59039"/>
                  </a:lnTo>
                </a:path>
                <a:path w="2779395" h="1611629">
                  <a:moveTo>
                    <a:pt x="28684" y="59039"/>
                  </a:moveTo>
                  <a:lnTo>
                    <a:pt x="71993" y="143871"/>
                  </a:lnTo>
                  <a:lnTo>
                    <a:pt x="116418" y="226542"/>
                  </a:lnTo>
                  <a:lnTo>
                    <a:pt x="162026" y="307012"/>
                  </a:lnTo>
                  <a:lnTo>
                    <a:pt x="208890" y="385276"/>
                  </a:lnTo>
                  <a:lnTo>
                    <a:pt x="257085" y="461287"/>
                  </a:lnTo>
                  <a:lnTo>
                    <a:pt x="306698" y="535045"/>
                  </a:lnTo>
                  <a:lnTo>
                    <a:pt x="357810" y="606511"/>
                  </a:lnTo>
                  <a:lnTo>
                    <a:pt x="410511" y="675672"/>
                  </a:lnTo>
                  <a:lnTo>
                    <a:pt x="464907" y="742501"/>
                  </a:lnTo>
                  <a:lnTo>
                    <a:pt x="521102" y="806979"/>
                  </a:lnTo>
                  <a:lnTo>
                    <a:pt x="574868" y="866970"/>
                  </a:lnTo>
                  <a:lnTo>
                    <a:pt x="639319" y="928814"/>
                  </a:lnTo>
                  <a:lnTo>
                    <a:pt x="701577" y="986133"/>
                  </a:lnTo>
                  <a:lnTo>
                    <a:pt x="766100" y="1041028"/>
                  </a:lnTo>
                  <a:lnTo>
                    <a:pt x="833008" y="1093480"/>
                  </a:lnTo>
                  <a:lnTo>
                    <a:pt x="902438" y="1143475"/>
                  </a:lnTo>
                  <a:lnTo>
                    <a:pt x="974521" y="1191001"/>
                  </a:lnTo>
                  <a:lnTo>
                    <a:pt x="1049377" y="1236037"/>
                  </a:lnTo>
                  <a:lnTo>
                    <a:pt x="1127135" y="1278578"/>
                  </a:lnTo>
                  <a:lnTo>
                    <a:pt x="1207921" y="1318603"/>
                  </a:lnTo>
                  <a:lnTo>
                    <a:pt x="1291826" y="1356106"/>
                  </a:lnTo>
                  <a:lnTo>
                    <a:pt x="1378944" y="1391067"/>
                  </a:lnTo>
                  <a:lnTo>
                    <a:pt x="1469345" y="1423487"/>
                  </a:lnTo>
                  <a:lnTo>
                    <a:pt x="1563063" y="1453345"/>
                  </a:lnTo>
                  <a:lnTo>
                    <a:pt x="1660112" y="1480641"/>
                  </a:lnTo>
                  <a:lnTo>
                    <a:pt x="1760444" y="1505363"/>
                  </a:lnTo>
                  <a:lnTo>
                    <a:pt x="1863988" y="1527497"/>
                  </a:lnTo>
                  <a:lnTo>
                    <a:pt x="1970592" y="1547050"/>
                  </a:lnTo>
                  <a:lnTo>
                    <a:pt x="2080074" y="1564002"/>
                  </a:lnTo>
                  <a:lnTo>
                    <a:pt x="2192169" y="1578359"/>
                  </a:lnTo>
                  <a:lnTo>
                    <a:pt x="2306563" y="1590110"/>
                  </a:lnTo>
                  <a:lnTo>
                    <a:pt x="2422882" y="1599252"/>
                  </a:lnTo>
                  <a:lnTo>
                    <a:pt x="2540685" y="1605787"/>
                  </a:lnTo>
                  <a:lnTo>
                    <a:pt x="2659512" y="1609708"/>
                  </a:lnTo>
                </a:path>
              </a:pathLst>
            </a:custGeom>
            <a:noFill/>
            <a:ln w="14777">
              <a:solidFill>
                <a:srgbClr val="000000"/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5" name="object 36"/>
            <p:cNvSpPr/>
            <p:nvPr/>
          </p:nvSpPr>
          <p:spPr>
            <a:xfrm>
              <a:off x="8014680" y="2749680"/>
              <a:ext cx="2777040" cy="1020600"/>
            </a:xfrm>
            <a:custGeom>
              <a:avLst/>
              <a:gdLst/>
              <a:ahLst/>
              <a:rect l="l" t="t" r="r" b="b"/>
              <a:pathLst>
                <a:path w="2777490" h="1021079">
                  <a:moveTo>
                    <a:pt x="2777276" y="1020950"/>
                  </a:moveTo>
                  <a:lnTo>
                    <a:pt x="2618627" y="1020950"/>
                  </a:lnTo>
                  <a:lnTo>
                    <a:pt x="2459984" y="1016286"/>
                  </a:lnTo>
                  <a:lnTo>
                    <a:pt x="2305998" y="1011617"/>
                  </a:lnTo>
                  <a:lnTo>
                    <a:pt x="2156682" y="1002284"/>
                  </a:lnTo>
                  <a:lnTo>
                    <a:pt x="2012036" y="992957"/>
                  </a:lnTo>
                  <a:lnTo>
                    <a:pt x="1872047" y="978954"/>
                  </a:lnTo>
                  <a:lnTo>
                    <a:pt x="1736733" y="964958"/>
                  </a:lnTo>
                  <a:lnTo>
                    <a:pt x="1610747" y="946292"/>
                  </a:lnTo>
                  <a:lnTo>
                    <a:pt x="1489430" y="927626"/>
                  </a:lnTo>
                  <a:lnTo>
                    <a:pt x="1372776" y="904296"/>
                  </a:lnTo>
                  <a:lnTo>
                    <a:pt x="1265456" y="880967"/>
                  </a:lnTo>
                  <a:lnTo>
                    <a:pt x="1162799" y="852968"/>
                  </a:lnTo>
                  <a:lnTo>
                    <a:pt x="1064811" y="824975"/>
                  </a:lnTo>
                  <a:lnTo>
                    <a:pt x="971487" y="792312"/>
                  </a:lnTo>
                  <a:lnTo>
                    <a:pt x="887496" y="759650"/>
                  </a:lnTo>
                  <a:lnTo>
                    <a:pt x="803505" y="722318"/>
                  </a:lnTo>
                  <a:lnTo>
                    <a:pt x="728847" y="684992"/>
                  </a:lnTo>
                  <a:lnTo>
                    <a:pt x="654189" y="642996"/>
                  </a:lnTo>
                  <a:lnTo>
                    <a:pt x="584201" y="601001"/>
                  </a:lnTo>
                  <a:lnTo>
                    <a:pt x="518876" y="554335"/>
                  </a:lnTo>
                  <a:lnTo>
                    <a:pt x="453544" y="507677"/>
                  </a:lnTo>
                  <a:lnTo>
                    <a:pt x="392889" y="456348"/>
                  </a:lnTo>
                  <a:lnTo>
                    <a:pt x="336897" y="405019"/>
                  </a:lnTo>
                  <a:lnTo>
                    <a:pt x="280901" y="349028"/>
                  </a:lnTo>
                  <a:lnTo>
                    <a:pt x="224907" y="293036"/>
                  </a:lnTo>
                  <a:lnTo>
                    <a:pt x="173580" y="237044"/>
                  </a:lnTo>
                  <a:lnTo>
                    <a:pt x="126918" y="176382"/>
                  </a:lnTo>
                  <a:lnTo>
                    <a:pt x="75591" y="115720"/>
                  </a:lnTo>
                  <a:lnTo>
                    <a:pt x="33596" y="50395"/>
                  </a:lnTo>
                  <a:lnTo>
                    <a:pt x="0" y="0"/>
                  </a:lnTo>
                </a:path>
                <a:path w="2777490" h="1021079">
                  <a:moveTo>
                    <a:pt x="0" y="0"/>
                  </a:moveTo>
                  <a:lnTo>
                    <a:pt x="33596" y="50395"/>
                  </a:lnTo>
                </a:path>
                <a:path w="2777490" h="1021079">
                  <a:moveTo>
                    <a:pt x="33596" y="50395"/>
                  </a:moveTo>
                  <a:lnTo>
                    <a:pt x="75591" y="115720"/>
                  </a:lnTo>
                  <a:lnTo>
                    <a:pt x="126918" y="176382"/>
                  </a:lnTo>
                  <a:lnTo>
                    <a:pt x="173580" y="237044"/>
                  </a:lnTo>
                  <a:lnTo>
                    <a:pt x="224907" y="293036"/>
                  </a:lnTo>
                  <a:lnTo>
                    <a:pt x="280901" y="349028"/>
                  </a:lnTo>
                  <a:lnTo>
                    <a:pt x="336897" y="405019"/>
                  </a:lnTo>
                  <a:lnTo>
                    <a:pt x="392889" y="456348"/>
                  </a:lnTo>
                  <a:lnTo>
                    <a:pt x="453544" y="507677"/>
                  </a:lnTo>
                  <a:lnTo>
                    <a:pt x="518876" y="554335"/>
                  </a:lnTo>
                  <a:lnTo>
                    <a:pt x="584201" y="601001"/>
                  </a:lnTo>
                  <a:lnTo>
                    <a:pt x="654189" y="642996"/>
                  </a:lnTo>
                  <a:lnTo>
                    <a:pt x="728847" y="684992"/>
                  </a:lnTo>
                  <a:lnTo>
                    <a:pt x="803505" y="722318"/>
                  </a:lnTo>
                  <a:lnTo>
                    <a:pt x="887496" y="759650"/>
                  </a:lnTo>
                  <a:lnTo>
                    <a:pt x="971487" y="792312"/>
                  </a:lnTo>
                  <a:lnTo>
                    <a:pt x="1064811" y="824975"/>
                  </a:lnTo>
                  <a:lnTo>
                    <a:pt x="1162799" y="852968"/>
                  </a:lnTo>
                  <a:lnTo>
                    <a:pt x="1265456" y="880967"/>
                  </a:lnTo>
                  <a:lnTo>
                    <a:pt x="1372776" y="904296"/>
                  </a:lnTo>
                  <a:lnTo>
                    <a:pt x="1489430" y="927626"/>
                  </a:lnTo>
                  <a:lnTo>
                    <a:pt x="1610747" y="946292"/>
                  </a:lnTo>
                  <a:lnTo>
                    <a:pt x="1736733" y="964958"/>
                  </a:lnTo>
                  <a:lnTo>
                    <a:pt x="1872047" y="978954"/>
                  </a:lnTo>
                  <a:lnTo>
                    <a:pt x="2012036" y="992957"/>
                  </a:lnTo>
                  <a:lnTo>
                    <a:pt x="2156682" y="1002284"/>
                  </a:lnTo>
                  <a:lnTo>
                    <a:pt x="2305998" y="1011617"/>
                  </a:lnTo>
                  <a:lnTo>
                    <a:pt x="2459984" y="1016286"/>
                  </a:lnTo>
                  <a:lnTo>
                    <a:pt x="2618627" y="1020950"/>
                  </a:lnTo>
                </a:path>
              </a:pathLst>
            </a:custGeom>
            <a:noFill/>
            <a:ln w="14777">
              <a:solidFill>
                <a:srgbClr val="000000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26" name="object 37"/>
          <p:cNvSpPr/>
          <p:nvPr/>
        </p:nvSpPr>
        <p:spPr>
          <a:xfrm>
            <a:off x="8524800" y="3986640"/>
            <a:ext cx="2454480" cy="80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 anchor="t">
            <a:spAutoFit/>
          </a:bodyPr>
          <a:p>
            <a:pPr marL="50760">
              <a:lnSpc>
                <a:spcPts val="1735"/>
              </a:lnSpc>
              <a:spcBef>
                <a:spcPts val="91"/>
              </a:spcBef>
              <a:buNone/>
              <a:tabLst>
                <a:tab algn="l" pos="740880"/>
                <a:tab algn="l" pos="1431360"/>
                <a:tab algn="l" pos="2122200"/>
              </a:tabLst>
            </a:pPr>
            <a:r>
              <a:rPr b="0" lang="en-US" sz="1550" spc="-26" strike="noStrike">
                <a:latin typeface="Times New Roman"/>
              </a:rPr>
              <a:t>120</a:t>
            </a:r>
            <a:r>
              <a:rPr b="0" lang="en-US" sz="1550" spc="-1" strike="noStrike">
                <a:latin typeface="Times New Roman"/>
              </a:rPr>
              <a:t>	</a:t>
            </a:r>
            <a:r>
              <a:rPr b="0" lang="en-US" sz="1550" spc="-26" strike="noStrike">
                <a:latin typeface="Times New Roman"/>
              </a:rPr>
              <a:t>140</a:t>
            </a:r>
            <a:r>
              <a:rPr b="0" lang="en-US" sz="1550" spc="-1" strike="noStrike">
                <a:latin typeface="Times New Roman"/>
              </a:rPr>
              <a:t>	</a:t>
            </a:r>
            <a:r>
              <a:rPr b="0" lang="en-US" sz="1550" spc="-26" strike="noStrike">
                <a:latin typeface="Times New Roman"/>
              </a:rPr>
              <a:t>160</a:t>
            </a:r>
            <a:r>
              <a:rPr b="0" lang="en-US" sz="1550" spc="-1" strike="noStrike">
                <a:latin typeface="Times New Roman"/>
              </a:rPr>
              <a:t>	</a:t>
            </a:r>
            <a:r>
              <a:rPr b="0" lang="en-US" sz="1550" spc="-26" strike="noStrike">
                <a:latin typeface="Times New Roman"/>
              </a:rPr>
              <a:t>180</a:t>
            </a:r>
            <a:endParaRPr b="0" lang="en-US" sz="1550" spc="-1" strike="noStrike">
              <a:latin typeface="Arial"/>
            </a:endParaRPr>
          </a:p>
          <a:p>
            <a:pPr marL="249480" indent="-247680">
              <a:lnSpc>
                <a:spcPts val="2755"/>
              </a:lnSpc>
              <a:buClr>
                <a:srgbClr val="000000"/>
              </a:buClr>
              <a:buSzPct val="112000"/>
              <a:buFont typeface="SimSun-ExtB"/>
              <a:buChar char="✓"/>
              <a:tabLst>
                <a:tab algn="l" pos="249480"/>
              </a:tabLst>
            </a:pPr>
            <a:r>
              <a:rPr b="0" i="1" lang="en-US" sz="2468" spc="72" strike="noStrike" baseline="-11000">
                <a:latin typeface="Trebuchet MS"/>
              </a:rPr>
              <a:t>lab</a:t>
            </a:r>
            <a:r>
              <a:rPr b="0" i="1" lang="en-US" sz="2468" spc="650" strike="noStrike" baseline="-11000">
                <a:latin typeface="Trebuchet MS"/>
              </a:rPr>
              <a:t> </a:t>
            </a:r>
            <a:r>
              <a:rPr b="0" lang="en-US" sz="2400" spc="-12" strike="noStrike">
                <a:latin typeface="Cambria"/>
              </a:rPr>
              <a:t>(deg.)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27" name="object 38"/>
          <p:cNvSpPr/>
          <p:nvPr/>
        </p:nvSpPr>
        <p:spPr>
          <a:xfrm>
            <a:off x="7302960" y="3006720"/>
            <a:ext cx="35208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vert270" rot="16200000">
            <a:noAutofit/>
          </a:bodyPr>
          <a:p>
            <a:pPr marL="12600">
              <a:lnSpc>
                <a:spcPts val="2735"/>
              </a:lnSpc>
              <a:buNone/>
            </a:pPr>
            <a:r>
              <a:rPr b="0" lang="en-US" sz="3600" spc="231" strike="noStrike" baseline="8000">
                <a:latin typeface="Segoe UI Symbol"/>
              </a:rPr>
              <a:t>E</a:t>
            </a:r>
            <a:r>
              <a:rPr b="0" i="1" lang="en-US" sz="1650" spc="154" strike="noStrike">
                <a:latin typeface="Trebuchet MS"/>
              </a:rPr>
              <a:t>lab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228" name="object 39"/>
          <p:cNvSpPr/>
          <p:nvPr/>
        </p:nvSpPr>
        <p:spPr>
          <a:xfrm>
            <a:off x="7302960" y="2012400"/>
            <a:ext cx="329040" cy="90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vert270" rot="16200000">
            <a:noAutofit/>
          </a:bodyPr>
          <a:p>
            <a:pPr marL="12600">
              <a:lnSpc>
                <a:spcPts val="2375"/>
              </a:lnSpc>
              <a:buNone/>
            </a:pPr>
            <a:r>
              <a:rPr b="0" lang="en-US" sz="2400" spc="77" strike="noStrike">
                <a:latin typeface="Cambria"/>
              </a:rPr>
              <a:t>(MeV)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29" name="object 40"/>
          <p:cNvSpPr/>
          <p:nvPr/>
        </p:nvSpPr>
        <p:spPr>
          <a:xfrm>
            <a:off x="10262880" y="2941200"/>
            <a:ext cx="425160" cy="6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 anchor="t">
            <a:spAutoFit/>
          </a:bodyPr>
          <a:p>
            <a:pPr marL="12600">
              <a:lnSpc>
                <a:spcPct val="100000"/>
              </a:lnSpc>
              <a:spcBef>
                <a:spcPts val="119"/>
              </a:spcBef>
              <a:buNone/>
            </a:pPr>
            <a:r>
              <a:rPr b="0" lang="en-US" sz="2150" spc="43" strike="noStrike">
                <a:latin typeface="Cambria"/>
              </a:rPr>
              <a:t>g.s.</a:t>
            </a:r>
            <a:endParaRPr b="0" lang="en-US" sz="2150" spc="-1" strike="noStrike">
              <a:latin typeface="Arial"/>
            </a:endParaRPr>
          </a:p>
        </p:txBody>
      </p:sp>
      <p:sp>
        <p:nvSpPr>
          <p:cNvPr id="230" name="object 41"/>
          <p:cNvSpPr/>
          <p:nvPr/>
        </p:nvSpPr>
        <p:spPr>
          <a:xfrm>
            <a:off x="9838080" y="3440160"/>
            <a:ext cx="965520" cy="6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 anchor="t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  <a:buNone/>
            </a:pPr>
            <a:r>
              <a:rPr b="0" lang="en-US" sz="1950" spc="-1" strike="noStrike">
                <a:latin typeface="Cambria"/>
              </a:rPr>
              <a:t>2.8</a:t>
            </a:r>
            <a:r>
              <a:rPr b="0" lang="en-US" sz="1950" spc="194" strike="noStrike">
                <a:latin typeface="Cambria"/>
              </a:rPr>
              <a:t> </a:t>
            </a:r>
            <a:r>
              <a:rPr b="0" lang="en-US" sz="1950" spc="123" strike="noStrike">
                <a:latin typeface="Cambria"/>
              </a:rPr>
              <a:t>MeV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231" name="object 42"/>
          <p:cNvSpPr/>
          <p:nvPr/>
        </p:nvSpPr>
        <p:spPr>
          <a:xfrm>
            <a:off x="8242200" y="3538800"/>
            <a:ext cx="965520" cy="6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 anchor="t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  <a:buNone/>
            </a:pPr>
            <a:r>
              <a:rPr b="0" lang="en-US" sz="1950" spc="-1" strike="noStrike">
                <a:latin typeface="Cambria"/>
              </a:rPr>
              <a:t>9.0</a:t>
            </a:r>
            <a:r>
              <a:rPr b="0" lang="en-US" sz="1950" spc="194" strike="noStrike">
                <a:latin typeface="Cambria"/>
              </a:rPr>
              <a:t> </a:t>
            </a:r>
            <a:r>
              <a:rPr b="0" lang="en-US" sz="1950" spc="123" strike="noStrike">
                <a:latin typeface="Cambria"/>
              </a:rPr>
              <a:t>MeV</a:t>
            </a:r>
            <a:endParaRPr b="0" lang="en-US" sz="1950" spc="-1" strike="noStrike">
              <a:latin typeface="Arial"/>
            </a:endParaRPr>
          </a:p>
        </p:txBody>
      </p:sp>
      <p:sp>
        <p:nvSpPr>
          <p:cNvPr id="232" name="object 43"/>
          <p:cNvSpPr/>
          <p:nvPr/>
        </p:nvSpPr>
        <p:spPr>
          <a:xfrm>
            <a:off x="7077600" y="6851520"/>
            <a:ext cx="87084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800" spc="-21" strike="noStrike">
                <a:latin typeface="Yu Gothic"/>
              </a:rPr>
              <a:t>GRIT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33" name="object 44"/>
          <p:cNvSpPr/>
          <p:nvPr/>
        </p:nvSpPr>
        <p:spPr>
          <a:xfrm>
            <a:off x="5043960" y="6851520"/>
            <a:ext cx="133884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800" spc="103" strike="noStrike">
                <a:latin typeface="Yu Gothic"/>
              </a:rPr>
              <a:t>M</a:t>
            </a:r>
            <a:r>
              <a:rPr b="0" lang="en-US" sz="2800" spc="103" strike="noStrike">
                <a:latin typeface="Yu Gothic"/>
              </a:rPr>
              <a:t>U</a:t>
            </a:r>
            <a:r>
              <a:rPr b="0" lang="en-US" sz="2800" spc="103" strike="noStrike">
                <a:latin typeface="Yu Gothic"/>
              </a:rPr>
              <a:t>ST</a:t>
            </a:r>
            <a:r>
              <a:rPr b="0" lang="en-US" sz="2800" spc="103" strike="noStrike">
                <a:latin typeface="Yu Gothic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34" name="object 45"/>
          <p:cNvSpPr/>
          <p:nvPr/>
        </p:nvSpPr>
        <p:spPr>
          <a:xfrm>
            <a:off x="9609840" y="1868400"/>
            <a:ext cx="65232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200" spc="-12" strike="noStrike">
                <a:latin typeface="Yu Gothic"/>
              </a:rPr>
              <a:t>(d,p)</a:t>
            </a:r>
            <a:endParaRPr b="0" lang="en-US" sz="2200" spc="-1" strike="noStrike">
              <a:latin typeface="Arial"/>
            </a:endParaRPr>
          </a:p>
        </p:txBody>
      </p:sp>
      <p:grpSp>
        <p:nvGrpSpPr>
          <p:cNvPr id="235" name="object 46"/>
          <p:cNvGrpSpPr/>
          <p:nvPr/>
        </p:nvGrpSpPr>
        <p:grpSpPr>
          <a:xfrm>
            <a:off x="469800" y="4688280"/>
            <a:ext cx="8727480" cy="3539520"/>
            <a:chOff x="469800" y="4688280"/>
            <a:chExt cx="8727480" cy="3539520"/>
          </a:xfrm>
        </p:grpSpPr>
        <p:sp>
          <p:nvSpPr>
            <p:cNvPr id="236" name="object 47"/>
            <p:cNvSpPr/>
            <p:nvPr/>
          </p:nvSpPr>
          <p:spPr>
            <a:xfrm>
              <a:off x="4374000" y="4818600"/>
              <a:ext cx="701280" cy="701280"/>
            </a:xfrm>
            <a:custGeom>
              <a:avLst/>
              <a:gdLst/>
              <a:ahLst/>
              <a:rect l="l" t="t" r="r" b="b"/>
              <a:pathLst>
                <a:path w="701675" h="701675">
                  <a:moveTo>
                    <a:pt x="701242" y="701242"/>
                  </a:moveTo>
                  <a:lnTo>
                    <a:pt x="8980" y="8980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7" name="object 48"/>
            <p:cNvSpPr/>
            <p:nvPr/>
          </p:nvSpPr>
          <p:spPr>
            <a:xfrm>
              <a:off x="4296960" y="4741560"/>
              <a:ext cx="129240" cy="129240"/>
            </a:xfrm>
            <a:custGeom>
              <a:avLst/>
              <a:gdLst/>
              <a:ahLst/>
              <a:rect l="l" t="t" r="r" b="b"/>
              <a:pathLst>
                <a:path w="129539" h="129539">
                  <a:moveTo>
                    <a:pt x="0" y="0"/>
                  </a:moveTo>
                  <a:lnTo>
                    <a:pt x="43105" y="129316"/>
                  </a:lnTo>
                  <a:lnTo>
                    <a:pt x="129315" y="431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8" name="object 49"/>
            <p:cNvSpPr/>
            <p:nvPr/>
          </p:nvSpPr>
          <p:spPr>
            <a:xfrm>
              <a:off x="7656120" y="4751640"/>
              <a:ext cx="1451880" cy="1035360"/>
            </a:xfrm>
            <a:custGeom>
              <a:avLst/>
              <a:gdLst/>
              <a:ahLst/>
              <a:rect l="l" t="t" r="r" b="b"/>
              <a:pathLst>
                <a:path w="1452245" h="1035685">
                  <a:moveTo>
                    <a:pt x="0" y="1035096"/>
                  </a:moveTo>
                  <a:lnTo>
                    <a:pt x="1441497" y="7372"/>
                  </a:lnTo>
                  <a:lnTo>
                    <a:pt x="1451838" y="0"/>
                  </a:lnTo>
                </a:path>
              </a:pathLst>
            </a:custGeom>
            <a:noFill/>
            <a:ln w="25399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9" name="object 50"/>
            <p:cNvSpPr/>
            <p:nvPr/>
          </p:nvSpPr>
          <p:spPr>
            <a:xfrm>
              <a:off x="9062280" y="4688280"/>
              <a:ext cx="135000" cy="120240"/>
            </a:xfrm>
            <a:custGeom>
              <a:avLst/>
              <a:gdLst/>
              <a:ahLst/>
              <a:rect l="l" t="t" r="r" b="b"/>
              <a:pathLst>
                <a:path w="135254" h="120650">
                  <a:moveTo>
                    <a:pt x="134660" y="0"/>
                  </a:moveTo>
                  <a:lnTo>
                    <a:pt x="0" y="21141"/>
                  </a:lnTo>
                  <a:lnTo>
                    <a:pt x="70777" y="120413"/>
                  </a:lnTo>
                  <a:lnTo>
                    <a:pt x="13466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0" name="object 51"/>
            <p:cNvSpPr/>
            <p:nvPr/>
          </p:nvSpPr>
          <p:spPr>
            <a:xfrm>
              <a:off x="469800" y="5212080"/>
              <a:ext cx="3214800" cy="3015720"/>
            </a:xfrm>
            <a:custGeom>
              <a:avLst/>
              <a:gdLst/>
              <a:ahLst/>
              <a:rect l="l" t="t" r="r" b="b"/>
              <a:pathLst>
                <a:path w="3215004" h="3016250">
                  <a:moveTo>
                    <a:pt x="0" y="3015893"/>
                  </a:moveTo>
                  <a:lnTo>
                    <a:pt x="3214447" y="3015893"/>
                  </a:lnTo>
                  <a:lnTo>
                    <a:pt x="3214447" y="0"/>
                  </a:lnTo>
                  <a:lnTo>
                    <a:pt x="0" y="0"/>
                  </a:lnTo>
                  <a:lnTo>
                    <a:pt x="0" y="3015893"/>
                  </a:lnTo>
                  <a:close/>
                </a:path>
                <a:path w="3215004" h="3016250">
                  <a:moveTo>
                    <a:pt x="0" y="3015893"/>
                  </a:moveTo>
                  <a:lnTo>
                    <a:pt x="3214447" y="3015893"/>
                  </a:lnTo>
                  <a:lnTo>
                    <a:pt x="3214447" y="0"/>
                  </a:lnTo>
                  <a:lnTo>
                    <a:pt x="0" y="0"/>
                  </a:lnTo>
                  <a:lnTo>
                    <a:pt x="0" y="3015893"/>
                  </a:lnTo>
                  <a:close/>
                </a:path>
              </a:pathLst>
            </a:custGeom>
            <a:noFill/>
            <a:ln w="566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1" name="object 52"/>
            <p:cNvSpPr/>
            <p:nvPr/>
          </p:nvSpPr>
          <p:spPr>
            <a:xfrm>
              <a:off x="469800" y="5384520"/>
              <a:ext cx="3214800" cy="2843280"/>
            </a:xfrm>
            <a:custGeom>
              <a:avLst/>
              <a:gdLst/>
              <a:ahLst/>
              <a:rect l="l" t="t" r="r" b="b"/>
              <a:pathLst>
                <a:path w="3215004" h="2843529">
                  <a:moveTo>
                    <a:pt x="0" y="2843449"/>
                  </a:moveTo>
                  <a:lnTo>
                    <a:pt x="0" y="2843449"/>
                  </a:lnTo>
                  <a:lnTo>
                    <a:pt x="26787" y="2843449"/>
                  </a:lnTo>
                  <a:lnTo>
                    <a:pt x="53574" y="2843449"/>
                  </a:lnTo>
                  <a:lnTo>
                    <a:pt x="80361" y="2843449"/>
                  </a:lnTo>
                  <a:lnTo>
                    <a:pt x="107148" y="2843449"/>
                  </a:lnTo>
                  <a:lnTo>
                    <a:pt x="133935" y="2843449"/>
                  </a:lnTo>
                  <a:lnTo>
                    <a:pt x="160722" y="2843449"/>
                  </a:lnTo>
                  <a:lnTo>
                    <a:pt x="187509" y="2843449"/>
                  </a:lnTo>
                  <a:lnTo>
                    <a:pt x="214297" y="2843449"/>
                  </a:lnTo>
                  <a:lnTo>
                    <a:pt x="241083" y="2843449"/>
                  </a:lnTo>
                  <a:lnTo>
                    <a:pt x="267870" y="2843449"/>
                  </a:lnTo>
                  <a:lnTo>
                    <a:pt x="294658" y="2843449"/>
                  </a:lnTo>
                  <a:lnTo>
                    <a:pt x="321444" y="2843449"/>
                  </a:lnTo>
                  <a:lnTo>
                    <a:pt x="348235" y="2843449"/>
                  </a:lnTo>
                  <a:lnTo>
                    <a:pt x="375020" y="2843449"/>
                  </a:lnTo>
                  <a:lnTo>
                    <a:pt x="401805" y="2843449"/>
                  </a:lnTo>
                  <a:lnTo>
                    <a:pt x="428590" y="2843449"/>
                  </a:lnTo>
                  <a:lnTo>
                    <a:pt x="455382" y="2843449"/>
                  </a:lnTo>
                  <a:lnTo>
                    <a:pt x="482167" y="2843449"/>
                  </a:lnTo>
                  <a:lnTo>
                    <a:pt x="482167" y="2843269"/>
                  </a:lnTo>
                  <a:lnTo>
                    <a:pt x="508952" y="2843269"/>
                  </a:lnTo>
                  <a:lnTo>
                    <a:pt x="535738" y="2843269"/>
                  </a:lnTo>
                  <a:lnTo>
                    <a:pt x="562530" y="2843269"/>
                  </a:lnTo>
                  <a:lnTo>
                    <a:pt x="562530" y="2842550"/>
                  </a:lnTo>
                  <a:lnTo>
                    <a:pt x="589315" y="2842550"/>
                  </a:lnTo>
                  <a:lnTo>
                    <a:pt x="589315" y="2841832"/>
                  </a:lnTo>
                  <a:lnTo>
                    <a:pt x="616100" y="2841832"/>
                  </a:lnTo>
                  <a:lnTo>
                    <a:pt x="616100" y="2839856"/>
                  </a:lnTo>
                  <a:lnTo>
                    <a:pt x="642893" y="2839856"/>
                  </a:lnTo>
                  <a:lnTo>
                    <a:pt x="642893" y="2837340"/>
                  </a:lnTo>
                  <a:lnTo>
                    <a:pt x="669678" y="2837340"/>
                  </a:lnTo>
                  <a:lnTo>
                    <a:pt x="669678" y="2828537"/>
                  </a:lnTo>
                  <a:lnTo>
                    <a:pt x="696463" y="2828537"/>
                  </a:lnTo>
                  <a:lnTo>
                    <a:pt x="696463" y="2820811"/>
                  </a:lnTo>
                  <a:lnTo>
                    <a:pt x="723248" y="2820811"/>
                  </a:lnTo>
                  <a:lnTo>
                    <a:pt x="723248" y="2811469"/>
                  </a:lnTo>
                  <a:lnTo>
                    <a:pt x="750041" y="2811469"/>
                  </a:lnTo>
                  <a:lnTo>
                    <a:pt x="750041" y="2779131"/>
                  </a:lnTo>
                  <a:lnTo>
                    <a:pt x="776826" y="2779131"/>
                  </a:lnTo>
                  <a:lnTo>
                    <a:pt x="776826" y="2749128"/>
                  </a:lnTo>
                  <a:lnTo>
                    <a:pt x="803611" y="2749128"/>
                  </a:lnTo>
                  <a:lnTo>
                    <a:pt x="803611" y="2703495"/>
                  </a:lnTo>
                  <a:lnTo>
                    <a:pt x="830396" y="2703495"/>
                  </a:lnTo>
                  <a:lnTo>
                    <a:pt x="830396" y="2645646"/>
                  </a:lnTo>
                  <a:lnTo>
                    <a:pt x="857188" y="2645646"/>
                  </a:lnTo>
                  <a:lnTo>
                    <a:pt x="857188" y="2564981"/>
                  </a:lnTo>
                  <a:lnTo>
                    <a:pt x="883973" y="2564981"/>
                  </a:lnTo>
                  <a:lnTo>
                    <a:pt x="883973" y="2464367"/>
                  </a:lnTo>
                  <a:lnTo>
                    <a:pt x="910758" y="2464367"/>
                  </a:lnTo>
                  <a:lnTo>
                    <a:pt x="910758" y="2371126"/>
                  </a:lnTo>
                  <a:lnTo>
                    <a:pt x="937544" y="2371126"/>
                  </a:lnTo>
                  <a:lnTo>
                    <a:pt x="937544" y="2285793"/>
                  </a:lnTo>
                  <a:lnTo>
                    <a:pt x="964336" y="2285793"/>
                  </a:lnTo>
                  <a:lnTo>
                    <a:pt x="964336" y="2164520"/>
                  </a:lnTo>
                  <a:lnTo>
                    <a:pt x="991121" y="2164520"/>
                  </a:lnTo>
                  <a:lnTo>
                    <a:pt x="991121" y="2075946"/>
                  </a:lnTo>
                  <a:lnTo>
                    <a:pt x="1017906" y="2075946"/>
                  </a:lnTo>
                  <a:lnTo>
                    <a:pt x="1017906" y="1998333"/>
                  </a:lnTo>
                  <a:lnTo>
                    <a:pt x="1044699" y="1998333"/>
                  </a:lnTo>
                  <a:lnTo>
                    <a:pt x="1044699" y="1948751"/>
                  </a:lnTo>
                  <a:lnTo>
                    <a:pt x="1071484" y="1948751"/>
                  </a:lnTo>
                  <a:lnTo>
                    <a:pt x="1071484" y="1939589"/>
                  </a:lnTo>
                  <a:lnTo>
                    <a:pt x="1098269" y="1939589"/>
                  </a:lnTo>
                  <a:lnTo>
                    <a:pt x="1098269" y="1914617"/>
                  </a:lnTo>
                  <a:lnTo>
                    <a:pt x="1125054" y="1914617"/>
                  </a:lnTo>
                  <a:lnTo>
                    <a:pt x="1125054" y="1915153"/>
                  </a:lnTo>
                  <a:lnTo>
                    <a:pt x="1151847" y="1915153"/>
                  </a:lnTo>
                  <a:lnTo>
                    <a:pt x="1151847" y="1937436"/>
                  </a:lnTo>
                  <a:lnTo>
                    <a:pt x="1178632" y="1937436"/>
                  </a:lnTo>
                  <a:lnTo>
                    <a:pt x="1178632" y="1877249"/>
                  </a:lnTo>
                  <a:lnTo>
                    <a:pt x="1205417" y="1877249"/>
                  </a:lnTo>
                  <a:lnTo>
                    <a:pt x="1205417" y="1827305"/>
                  </a:lnTo>
                  <a:lnTo>
                    <a:pt x="1232202" y="1827305"/>
                  </a:lnTo>
                  <a:lnTo>
                    <a:pt x="1232202" y="1737470"/>
                  </a:lnTo>
                  <a:lnTo>
                    <a:pt x="1258994" y="1737470"/>
                  </a:lnTo>
                  <a:lnTo>
                    <a:pt x="1258994" y="1604708"/>
                  </a:lnTo>
                  <a:lnTo>
                    <a:pt x="1285779" y="1604708"/>
                  </a:lnTo>
                  <a:lnTo>
                    <a:pt x="1285779" y="1417499"/>
                  </a:lnTo>
                  <a:lnTo>
                    <a:pt x="1312564" y="1417499"/>
                  </a:lnTo>
                  <a:lnTo>
                    <a:pt x="1312564" y="1177658"/>
                  </a:lnTo>
                  <a:lnTo>
                    <a:pt x="1339349" y="1177658"/>
                  </a:lnTo>
                  <a:lnTo>
                    <a:pt x="1339349" y="994944"/>
                  </a:lnTo>
                  <a:lnTo>
                    <a:pt x="1366142" y="994944"/>
                  </a:lnTo>
                  <a:lnTo>
                    <a:pt x="1366142" y="788338"/>
                  </a:lnTo>
                  <a:lnTo>
                    <a:pt x="1392927" y="788338"/>
                  </a:lnTo>
                  <a:lnTo>
                    <a:pt x="1392927" y="642100"/>
                  </a:lnTo>
                  <a:lnTo>
                    <a:pt x="1419712" y="642100"/>
                  </a:lnTo>
                  <a:lnTo>
                    <a:pt x="1419712" y="554607"/>
                  </a:lnTo>
                  <a:lnTo>
                    <a:pt x="1446505" y="554607"/>
                  </a:lnTo>
                  <a:lnTo>
                    <a:pt x="1446505" y="556397"/>
                  </a:lnTo>
                  <a:lnTo>
                    <a:pt x="1473290" y="556397"/>
                  </a:lnTo>
                  <a:lnTo>
                    <a:pt x="1473290" y="618382"/>
                  </a:lnTo>
                  <a:lnTo>
                    <a:pt x="1500075" y="618382"/>
                  </a:lnTo>
                  <a:lnTo>
                    <a:pt x="1500075" y="760669"/>
                  </a:lnTo>
                  <a:lnTo>
                    <a:pt x="1526860" y="760669"/>
                  </a:lnTo>
                  <a:lnTo>
                    <a:pt x="1526860" y="951647"/>
                  </a:lnTo>
                  <a:lnTo>
                    <a:pt x="1553653" y="951647"/>
                  </a:lnTo>
                  <a:lnTo>
                    <a:pt x="1553653" y="1124662"/>
                  </a:lnTo>
                  <a:lnTo>
                    <a:pt x="1580438" y="1124662"/>
                  </a:lnTo>
                  <a:lnTo>
                    <a:pt x="1580438" y="1399001"/>
                  </a:lnTo>
                  <a:lnTo>
                    <a:pt x="1607223" y="1399001"/>
                  </a:lnTo>
                  <a:lnTo>
                    <a:pt x="1607223" y="1581888"/>
                  </a:lnTo>
                  <a:lnTo>
                    <a:pt x="1634008" y="1581888"/>
                  </a:lnTo>
                  <a:lnTo>
                    <a:pt x="1634008" y="1808617"/>
                  </a:lnTo>
                  <a:lnTo>
                    <a:pt x="1660800" y="1808617"/>
                  </a:lnTo>
                  <a:lnTo>
                    <a:pt x="1660800" y="1910840"/>
                  </a:lnTo>
                  <a:lnTo>
                    <a:pt x="1687585" y="1910840"/>
                  </a:lnTo>
                  <a:lnTo>
                    <a:pt x="1687585" y="2030134"/>
                  </a:lnTo>
                  <a:lnTo>
                    <a:pt x="1714370" y="2030134"/>
                  </a:lnTo>
                  <a:lnTo>
                    <a:pt x="1714370" y="2038397"/>
                  </a:lnTo>
                  <a:lnTo>
                    <a:pt x="1741163" y="2038397"/>
                  </a:lnTo>
                  <a:lnTo>
                    <a:pt x="1741163" y="1974260"/>
                  </a:lnTo>
                  <a:lnTo>
                    <a:pt x="1767948" y="1974260"/>
                  </a:lnTo>
                  <a:lnTo>
                    <a:pt x="1767948" y="1830893"/>
                  </a:lnTo>
                  <a:lnTo>
                    <a:pt x="1794733" y="1830893"/>
                  </a:lnTo>
                  <a:lnTo>
                    <a:pt x="1794733" y="1611710"/>
                  </a:lnTo>
                  <a:lnTo>
                    <a:pt x="1821518" y="1611710"/>
                  </a:lnTo>
                  <a:lnTo>
                    <a:pt x="1821518" y="1347432"/>
                  </a:lnTo>
                  <a:lnTo>
                    <a:pt x="1848311" y="1347432"/>
                  </a:lnTo>
                  <a:lnTo>
                    <a:pt x="1848311" y="1032493"/>
                  </a:lnTo>
                  <a:lnTo>
                    <a:pt x="1875096" y="1032493"/>
                  </a:lnTo>
                  <a:lnTo>
                    <a:pt x="1875096" y="685934"/>
                  </a:lnTo>
                  <a:lnTo>
                    <a:pt x="1901881" y="685934"/>
                  </a:lnTo>
                  <a:lnTo>
                    <a:pt x="1901881" y="401352"/>
                  </a:lnTo>
                  <a:lnTo>
                    <a:pt x="1928666" y="401352"/>
                  </a:lnTo>
                  <a:lnTo>
                    <a:pt x="1928666" y="151449"/>
                  </a:lnTo>
                  <a:lnTo>
                    <a:pt x="1955459" y="151449"/>
                  </a:lnTo>
                  <a:lnTo>
                    <a:pt x="1955459" y="35569"/>
                  </a:lnTo>
                  <a:lnTo>
                    <a:pt x="1982244" y="35569"/>
                  </a:lnTo>
                  <a:lnTo>
                    <a:pt x="1982244" y="0"/>
                  </a:lnTo>
                  <a:lnTo>
                    <a:pt x="2009029" y="0"/>
                  </a:lnTo>
                  <a:lnTo>
                    <a:pt x="2009029" y="11859"/>
                  </a:lnTo>
                  <a:lnTo>
                    <a:pt x="2035814" y="11859"/>
                  </a:lnTo>
                  <a:lnTo>
                    <a:pt x="2035814" y="197979"/>
                  </a:lnTo>
                  <a:lnTo>
                    <a:pt x="2062606" y="197979"/>
                  </a:lnTo>
                  <a:lnTo>
                    <a:pt x="2062606" y="441779"/>
                  </a:lnTo>
                  <a:lnTo>
                    <a:pt x="2089391" y="441779"/>
                  </a:lnTo>
                  <a:lnTo>
                    <a:pt x="2089391" y="782053"/>
                  </a:lnTo>
                  <a:lnTo>
                    <a:pt x="2116176" y="782053"/>
                  </a:lnTo>
                  <a:lnTo>
                    <a:pt x="2116176" y="1123944"/>
                  </a:lnTo>
                  <a:lnTo>
                    <a:pt x="2142969" y="1123944"/>
                  </a:lnTo>
                  <a:lnTo>
                    <a:pt x="2142969" y="1449844"/>
                  </a:lnTo>
                  <a:lnTo>
                    <a:pt x="2169754" y="1449844"/>
                  </a:lnTo>
                  <a:lnTo>
                    <a:pt x="2169754" y="1787240"/>
                  </a:lnTo>
                  <a:lnTo>
                    <a:pt x="2196539" y="1787240"/>
                  </a:lnTo>
                  <a:lnTo>
                    <a:pt x="2196539" y="2060499"/>
                  </a:lnTo>
                  <a:lnTo>
                    <a:pt x="2223324" y="2060499"/>
                  </a:lnTo>
                  <a:lnTo>
                    <a:pt x="2223324" y="2291178"/>
                  </a:lnTo>
                  <a:lnTo>
                    <a:pt x="2250117" y="2291178"/>
                  </a:lnTo>
                  <a:lnTo>
                    <a:pt x="2250117" y="2459699"/>
                  </a:lnTo>
                  <a:lnTo>
                    <a:pt x="2276902" y="2459699"/>
                  </a:lnTo>
                  <a:lnTo>
                    <a:pt x="2276902" y="2602885"/>
                  </a:lnTo>
                  <a:lnTo>
                    <a:pt x="2303687" y="2602885"/>
                  </a:lnTo>
                  <a:lnTo>
                    <a:pt x="2303687" y="2674569"/>
                  </a:lnTo>
                  <a:lnTo>
                    <a:pt x="2330472" y="2674569"/>
                  </a:lnTo>
                  <a:lnTo>
                    <a:pt x="2330472" y="2751643"/>
                  </a:lnTo>
                  <a:lnTo>
                    <a:pt x="2357265" y="2751643"/>
                  </a:lnTo>
                  <a:lnTo>
                    <a:pt x="2357265" y="2783982"/>
                  </a:lnTo>
                  <a:lnTo>
                    <a:pt x="2384050" y="2783982"/>
                  </a:lnTo>
                  <a:lnTo>
                    <a:pt x="2384050" y="2808056"/>
                  </a:lnTo>
                  <a:lnTo>
                    <a:pt x="2410835" y="2808056"/>
                  </a:lnTo>
                  <a:lnTo>
                    <a:pt x="2410835" y="2825303"/>
                  </a:lnTo>
                  <a:lnTo>
                    <a:pt x="2437620" y="2825303"/>
                  </a:lnTo>
                  <a:lnTo>
                    <a:pt x="2437620" y="2834286"/>
                  </a:lnTo>
                  <a:lnTo>
                    <a:pt x="2464412" y="2834286"/>
                  </a:lnTo>
                  <a:lnTo>
                    <a:pt x="2464412" y="2840035"/>
                  </a:lnTo>
                  <a:lnTo>
                    <a:pt x="2491197" y="2840035"/>
                  </a:lnTo>
                  <a:lnTo>
                    <a:pt x="2491197" y="2840214"/>
                  </a:lnTo>
                  <a:lnTo>
                    <a:pt x="2517982" y="2840214"/>
                  </a:lnTo>
                  <a:lnTo>
                    <a:pt x="2517982" y="2842910"/>
                  </a:lnTo>
                  <a:lnTo>
                    <a:pt x="2544775" y="2842910"/>
                  </a:lnTo>
                  <a:lnTo>
                    <a:pt x="2544775" y="2842730"/>
                  </a:lnTo>
                  <a:lnTo>
                    <a:pt x="2571560" y="2842730"/>
                  </a:lnTo>
                  <a:lnTo>
                    <a:pt x="2571560" y="2843269"/>
                  </a:lnTo>
                  <a:lnTo>
                    <a:pt x="2598345" y="2843269"/>
                  </a:lnTo>
                  <a:lnTo>
                    <a:pt x="2598345" y="2843089"/>
                  </a:lnTo>
                  <a:lnTo>
                    <a:pt x="2625130" y="2843089"/>
                  </a:lnTo>
                  <a:lnTo>
                    <a:pt x="2625130" y="2843449"/>
                  </a:lnTo>
                  <a:lnTo>
                    <a:pt x="2651923" y="2843449"/>
                  </a:lnTo>
                  <a:lnTo>
                    <a:pt x="2651923" y="2843449"/>
                  </a:lnTo>
                  <a:lnTo>
                    <a:pt x="2678708" y="2843449"/>
                  </a:lnTo>
                  <a:lnTo>
                    <a:pt x="2705493" y="2843449"/>
                  </a:lnTo>
                  <a:lnTo>
                    <a:pt x="2732278" y="2843449"/>
                  </a:lnTo>
                  <a:lnTo>
                    <a:pt x="2759070" y="2843449"/>
                  </a:lnTo>
                  <a:lnTo>
                    <a:pt x="2785856" y="2843449"/>
                  </a:lnTo>
                  <a:lnTo>
                    <a:pt x="2812641" y="2843449"/>
                  </a:lnTo>
                  <a:lnTo>
                    <a:pt x="2839426" y="2843449"/>
                  </a:lnTo>
                  <a:lnTo>
                    <a:pt x="2866218" y="2843449"/>
                  </a:lnTo>
                  <a:lnTo>
                    <a:pt x="2893003" y="2843449"/>
                  </a:lnTo>
                  <a:lnTo>
                    <a:pt x="2919788" y="2843449"/>
                  </a:lnTo>
                  <a:lnTo>
                    <a:pt x="2946581" y="2843449"/>
                  </a:lnTo>
                  <a:lnTo>
                    <a:pt x="2973366" y="2843449"/>
                  </a:lnTo>
                  <a:lnTo>
                    <a:pt x="3000151" y="2843449"/>
                  </a:lnTo>
                  <a:lnTo>
                    <a:pt x="3026936" y="2843449"/>
                  </a:lnTo>
                  <a:lnTo>
                    <a:pt x="3053729" y="2843449"/>
                  </a:lnTo>
                  <a:lnTo>
                    <a:pt x="3080514" y="2843449"/>
                  </a:lnTo>
                  <a:lnTo>
                    <a:pt x="3107299" y="2843449"/>
                  </a:lnTo>
                  <a:lnTo>
                    <a:pt x="3134084" y="2843449"/>
                  </a:lnTo>
                  <a:lnTo>
                    <a:pt x="3160876" y="2843449"/>
                  </a:lnTo>
                  <a:lnTo>
                    <a:pt x="3187662" y="2843449"/>
                  </a:lnTo>
                  <a:lnTo>
                    <a:pt x="3214447" y="2843449"/>
                  </a:lnTo>
                </a:path>
              </a:pathLst>
            </a:custGeom>
            <a:noFill/>
            <a:ln w="5665">
              <a:solidFill>
                <a:srgbClr val="000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2" name="object 53"/>
            <p:cNvSpPr/>
            <p:nvPr/>
          </p:nvSpPr>
          <p:spPr>
            <a:xfrm>
              <a:off x="485640" y="5372280"/>
              <a:ext cx="3182400" cy="2855160"/>
            </a:xfrm>
            <a:custGeom>
              <a:avLst/>
              <a:gdLst/>
              <a:ahLst/>
              <a:rect l="l" t="t" r="r" b="b"/>
              <a:pathLst>
                <a:path w="3182620" h="2855595">
                  <a:moveTo>
                    <a:pt x="0" y="2855520"/>
                  </a:moveTo>
                  <a:lnTo>
                    <a:pt x="0" y="2855520"/>
                  </a:lnTo>
                  <a:lnTo>
                    <a:pt x="514309" y="2855520"/>
                  </a:lnTo>
                  <a:lnTo>
                    <a:pt x="546458" y="2854895"/>
                  </a:lnTo>
                  <a:lnTo>
                    <a:pt x="610746" y="2852065"/>
                  </a:lnTo>
                  <a:lnTo>
                    <a:pt x="675035" y="2840344"/>
                  </a:lnTo>
                  <a:lnTo>
                    <a:pt x="739324" y="2802582"/>
                  </a:lnTo>
                  <a:lnTo>
                    <a:pt x="771464" y="2764833"/>
                  </a:lnTo>
                  <a:lnTo>
                    <a:pt x="803612" y="2708863"/>
                  </a:lnTo>
                  <a:lnTo>
                    <a:pt x="835753" y="2631611"/>
                  </a:lnTo>
                  <a:lnTo>
                    <a:pt x="867901" y="2532735"/>
                  </a:lnTo>
                  <a:lnTo>
                    <a:pt x="900041" y="2416054"/>
                  </a:lnTo>
                  <a:lnTo>
                    <a:pt x="932190" y="2290181"/>
                  </a:lnTo>
                  <a:lnTo>
                    <a:pt x="964338" y="2167707"/>
                  </a:lnTo>
                  <a:lnTo>
                    <a:pt x="996478" y="2062720"/>
                  </a:lnTo>
                  <a:lnTo>
                    <a:pt x="1028626" y="1986889"/>
                  </a:lnTo>
                  <a:lnTo>
                    <a:pt x="1060767" y="1945246"/>
                  </a:lnTo>
                  <a:lnTo>
                    <a:pt x="1092915" y="1933070"/>
                  </a:lnTo>
                  <a:lnTo>
                    <a:pt x="1125055" y="1935185"/>
                  </a:lnTo>
                  <a:lnTo>
                    <a:pt x="1157204" y="1928462"/>
                  </a:lnTo>
                  <a:lnTo>
                    <a:pt x="1189344" y="1887190"/>
                  </a:lnTo>
                  <a:lnTo>
                    <a:pt x="1221492" y="1790239"/>
                  </a:lnTo>
                  <a:lnTo>
                    <a:pt x="1253633" y="1628101"/>
                  </a:lnTo>
                  <a:lnTo>
                    <a:pt x="1285781" y="1407634"/>
                  </a:lnTo>
                  <a:lnTo>
                    <a:pt x="1317921" y="1152942"/>
                  </a:lnTo>
                  <a:lnTo>
                    <a:pt x="1350070" y="901332"/>
                  </a:lnTo>
                  <a:lnTo>
                    <a:pt x="1382210" y="695315"/>
                  </a:lnTo>
                  <a:lnTo>
                    <a:pt x="1414358" y="572434"/>
                  </a:lnTo>
                  <a:lnTo>
                    <a:pt x="1446499" y="556125"/>
                  </a:lnTo>
                  <a:lnTo>
                    <a:pt x="1478647" y="650372"/>
                  </a:lnTo>
                  <a:lnTo>
                    <a:pt x="1510787" y="839514"/>
                  </a:lnTo>
                  <a:lnTo>
                    <a:pt x="1542936" y="1092944"/>
                  </a:lnTo>
                  <a:lnTo>
                    <a:pt x="1575076" y="1372299"/>
                  </a:lnTo>
                </a:path>
                <a:path w="3182620" h="2855595">
                  <a:moveTo>
                    <a:pt x="1575076" y="1372299"/>
                  </a:moveTo>
                  <a:lnTo>
                    <a:pt x="1607224" y="1638669"/>
                  </a:lnTo>
                  <a:lnTo>
                    <a:pt x="1639365" y="1857617"/>
                  </a:lnTo>
                  <a:lnTo>
                    <a:pt x="1671513" y="2001498"/>
                  </a:lnTo>
                  <a:lnTo>
                    <a:pt x="1703653" y="2050037"/>
                  </a:lnTo>
                  <a:lnTo>
                    <a:pt x="1735801" y="1990817"/>
                  </a:lnTo>
                  <a:lnTo>
                    <a:pt x="1767950" y="1820929"/>
                  </a:lnTo>
                  <a:lnTo>
                    <a:pt x="1800090" y="1549959"/>
                  </a:lnTo>
                  <a:lnTo>
                    <a:pt x="1832238" y="1202902"/>
                  </a:lnTo>
                  <a:lnTo>
                    <a:pt x="1864379" y="820841"/>
                  </a:lnTo>
                  <a:lnTo>
                    <a:pt x="1896527" y="457264"/>
                  </a:lnTo>
                  <a:lnTo>
                    <a:pt x="1928667" y="169540"/>
                  </a:lnTo>
                  <a:lnTo>
                    <a:pt x="1960816" y="7123"/>
                  </a:lnTo>
                  <a:lnTo>
                    <a:pt x="1992956" y="0"/>
                  </a:lnTo>
                  <a:lnTo>
                    <a:pt x="2025104" y="151396"/>
                  </a:lnTo>
                  <a:lnTo>
                    <a:pt x="2057245" y="437451"/>
                  </a:lnTo>
                  <a:lnTo>
                    <a:pt x="2089393" y="814073"/>
                  </a:lnTo>
                  <a:lnTo>
                    <a:pt x="2121533" y="1228478"/>
                  </a:lnTo>
                  <a:lnTo>
                    <a:pt x="2153681" y="1631379"/>
                  </a:lnTo>
                  <a:lnTo>
                    <a:pt x="2185822" y="1986096"/>
                  </a:lnTo>
                  <a:lnTo>
                    <a:pt x="2217970" y="2272627"/>
                  </a:lnTo>
                  <a:lnTo>
                    <a:pt x="2250111" y="2486620"/>
                  </a:lnTo>
                  <a:lnTo>
                    <a:pt x="2282259" y="2635139"/>
                  </a:lnTo>
                  <a:lnTo>
                    <a:pt x="2314399" y="2731237"/>
                  </a:lnTo>
                  <a:lnTo>
                    <a:pt x="2346547" y="2789359"/>
                  </a:lnTo>
                  <a:lnTo>
                    <a:pt x="2378688" y="2822273"/>
                  </a:lnTo>
                  <a:lnTo>
                    <a:pt x="2442977" y="2848458"/>
                  </a:lnTo>
                  <a:lnTo>
                    <a:pt x="2507273" y="2854328"/>
                  </a:lnTo>
                  <a:lnTo>
                    <a:pt x="2571562" y="2855520"/>
                  </a:lnTo>
                  <a:lnTo>
                    <a:pt x="2603702" y="2855520"/>
                  </a:lnTo>
                  <a:lnTo>
                    <a:pt x="2635850" y="2855520"/>
                  </a:lnTo>
                  <a:lnTo>
                    <a:pt x="3118011" y="2855520"/>
                  </a:lnTo>
                  <a:lnTo>
                    <a:pt x="3150159" y="2855520"/>
                  </a:lnTo>
                </a:path>
                <a:path w="3182620" h="2855595">
                  <a:moveTo>
                    <a:pt x="3150159" y="2855520"/>
                  </a:moveTo>
                  <a:lnTo>
                    <a:pt x="3182300" y="2855520"/>
                  </a:lnTo>
                </a:path>
              </a:pathLst>
            </a:custGeom>
            <a:noFill/>
            <a:ln w="1133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3" name="object 54"/>
            <p:cNvSpPr/>
            <p:nvPr/>
          </p:nvSpPr>
          <p:spPr>
            <a:xfrm>
              <a:off x="469800" y="8137440"/>
              <a:ext cx="3214800" cy="90360"/>
            </a:xfrm>
            <a:custGeom>
              <a:avLst/>
              <a:gdLst/>
              <a:ahLst/>
              <a:rect l="l" t="t" r="r" b="b"/>
              <a:pathLst>
                <a:path w="3215004" h="90804">
                  <a:moveTo>
                    <a:pt x="0" y="90512"/>
                  </a:moveTo>
                  <a:lnTo>
                    <a:pt x="3214447" y="90512"/>
                  </a:lnTo>
                </a:path>
                <a:path w="3215004" h="90804">
                  <a:moveTo>
                    <a:pt x="0" y="0"/>
                  </a:moveTo>
                  <a:lnTo>
                    <a:pt x="0" y="90512"/>
                  </a:lnTo>
                </a:path>
                <a:path w="3215004" h="90804">
                  <a:moveTo>
                    <a:pt x="107148" y="45255"/>
                  </a:moveTo>
                  <a:lnTo>
                    <a:pt x="107148" y="90512"/>
                  </a:lnTo>
                </a:path>
                <a:path w="3215004" h="90804">
                  <a:moveTo>
                    <a:pt x="214297" y="45255"/>
                  </a:moveTo>
                  <a:lnTo>
                    <a:pt x="214297" y="90512"/>
                  </a:lnTo>
                </a:path>
                <a:path w="3215004" h="90804">
                  <a:moveTo>
                    <a:pt x="321444" y="45255"/>
                  </a:moveTo>
                  <a:lnTo>
                    <a:pt x="321444" y="90512"/>
                  </a:lnTo>
                </a:path>
                <a:path w="3215004" h="90804">
                  <a:moveTo>
                    <a:pt x="428590" y="45255"/>
                  </a:moveTo>
                  <a:lnTo>
                    <a:pt x="428590" y="90512"/>
                  </a:lnTo>
                </a:path>
                <a:path w="3215004" h="90804">
                  <a:moveTo>
                    <a:pt x="535738" y="0"/>
                  </a:moveTo>
                  <a:lnTo>
                    <a:pt x="535738" y="90512"/>
                  </a:lnTo>
                </a:path>
                <a:path w="3215004" h="90804">
                  <a:moveTo>
                    <a:pt x="642893" y="45255"/>
                  </a:moveTo>
                  <a:lnTo>
                    <a:pt x="642893" y="90512"/>
                  </a:lnTo>
                </a:path>
                <a:path w="3215004" h="90804">
                  <a:moveTo>
                    <a:pt x="750041" y="45255"/>
                  </a:moveTo>
                  <a:lnTo>
                    <a:pt x="750041" y="90512"/>
                  </a:lnTo>
                </a:path>
                <a:path w="3215004" h="90804">
                  <a:moveTo>
                    <a:pt x="857188" y="45255"/>
                  </a:moveTo>
                  <a:lnTo>
                    <a:pt x="857188" y="90512"/>
                  </a:lnTo>
                </a:path>
                <a:path w="3215004" h="90804">
                  <a:moveTo>
                    <a:pt x="964336" y="45255"/>
                  </a:moveTo>
                  <a:lnTo>
                    <a:pt x="964336" y="90512"/>
                  </a:lnTo>
                </a:path>
                <a:path w="3215004" h="90804">
                  <a:moveTo>
                    <a:pt x="1071484" y="0"/>
                  </a:moveTo>
                  <a:lnTo>
                    <a:pt x="1071484" y="90512"/>
                  </a:lnTo>
                </a:path>
                <a:path w="3215004" h="90804">
                  <a:moveTo>
                    <a:pt x="1178632" y="45255"/>
                  </a:moveTo>
                  <a:lnTo>
                    <a:pt x="1178632" y="90512"/>
                  </a:lnTo>
                </a:path>
                <a:path w="3215004" h="90804">
                  <a:moveTo>
                    <a:pt x="1285779" y="45255"/>
                  </a:moveTo>
                  <a:lnTo>
                    <a:pt x="1285779" y="90512"/>
                  </a:lnTo>
                </a:path>
                <a:path w="3215004" h="90804">
                  <a:moveTo>
                    <a:pt x="1392927" y="45255"/>
                  </a:moveTo>
                  <a:lnTo>
                    <a:pt x="1392927" y="90512"/>
                  </a:lnTo>
                </a:path>
                <a:path w="3215004" h="90804">
                  <a:moveTo>
                    <a:pt x="1500075" y="45255"/>
                  </a:moveTo>
                  <a:lnTo>
                    <a:pt x="1500075" y="90512"/>
                  </a:lnTo>
                </a:path>
                <a:path w="3215004" h="90804">
                  <a:moveTo>
                    <a:pt x="1607223" y="0"/>
                  </a:moveTo>
                  <a:lnTo>
                    <a:pt x="1607223" y="90512"/>
                  </a:lnTo>
                </a:path>
                <a:path w="3215004" h="90804">
                  <a:moveTo>
                    <a:pt x="1714370" y="45255"/>
                  </a:moveTo>
                  <a:lnTo>
                    <a:pt x="1714370" y="90512"/>
                  </a:lnTo>
                </a:path>
                <a:path w="3215004" h="90804">
                  <a:moveTo>
                    <a:pt x="1821518" y="45255"/>
                  </a:moveTo>
                  <a:lnTo>
                    <a:pt x="1821518" y="90512"/>
                  </a:lnTo>
                </a:path>
                <a:path w="3215004" h="90804">
                  <a:moveTo>
                    <a:pt x="1928666" y="45255"/>
                  </a:moveTo>
                  <a:lnTo>
                    <a:pt x="1928666" y="90512"/>
                  </a:lnTo>
                </a:path>
                <a:path w="3215004" h="90804">
                  <a:moveTo>
                    <a:pt x="2035814" y="45255"/>
                  </a:moveTo>
                  <a:lnTo>
                    <a:pt x="2035814" y="90512"/>
                  </a:lnTo>
                </a:path>
                <a:path w="3215004" h="90804">
                  <a:moveTo>
                    <a:pt x="2142969" y="0"/>
                  </a:moveTo>
                  <a:lnTo>
                    <a:pt x="2142969" y="90512"/>
                  </a:lnTo>
                </a:path>
                <a:path w="3215004" h="90804">
                  <a:moveTo>
                    <a:pt x="2250117" y="45255"/>
                  </a:moveTo>
                  <a:lnTo>
                    <a:pt x="2250117" y="90512"/>
                  </a:lnTo>
                </a:path>
                <a:path w="3215004" h="90804">
                  <a:moveTo>
                    <a:pt x="2357265" y="45255"/>
                  </a:moveTo>
                  <a:lnTo>
                    <a:pt x="2357265" y="90512"/>
                  </a:lnTo>
                </a:path>
                <a:path w="3215004" h="90804">
                  <a:moveTo>
                    <a:pt x="2464412" y="45255"/>
                  </a:moveTo>
                  <a:lnTo>
                    <a:pt x="2464412" y="90512"/>
                  </a:lnTo>
                </a:path>
                <a:path w="3215004" h="90804">
                  <a:moveTo>
                    <a:pt x="2571560" y="45255"/>
                  </a:moveTo>
                  <a:lnTo>
                    <a:pt x="2571560" y="90512"/>
                  </a:lnTo>
                </a:path>
                <a:path w="3215004" h="90804">
                  <a:moveTo>
                    <a:pt x="2678708" y="0"/>
                  </a:moveTo>
                  <a:lnTo>
                    <a:pt x="2678708" y="90512"/>
                  </a:lnTo>
                </a:path>
                <a:path w="3215004" h="90804">
                  <a:moveTo>
                    <a:pt x="2785856" y="45255"/>
                  </a:moveTo>
                  <a:lnTo>
                    <a:pt x="2785856" y="90512"/>
                  </a:lnTo>
                </a:path>
                <a:path w="3215004" h="90804">
                  <a:moveTo>
                    <a:pt x="2893003" y="45255"/>
                  </a:moveTo>
                  <a:lnTo>
                    <a:pt x="2893003" y="90512"/>
                  </a:lnTo>
                </a:path>
                <a:path w="3215004" h="90804">
                  <a:moveTo>
                    <a:pt x="3000151" y="45255"/>
                  </a:moveTo>
                  <a:lnTo>
                    <a:pt x="3000151" y="90512"/>
                  </a:lnTo>
                </a:path>
                <a:path w="3215004" h="90804">
                  <a:moveTo>
                    <a:pt x="3107299" y="45255"/>
                  </a:moveTo>
                  <a:lnTo>
                    <a:pt x="3107299" y="90512"/>
                  </a:lnTo>
                </a:path>
                <a:path w="3215004" h="90804">
                  <a:moveTo>
                    <a:pt x="3214447" y="0"/>
                  </a:moveTo>
                  <a:lnTo>
                    <a:pt x="3214447" y="90512"/>
                  </a:lnTo>
                </a:path>
              </a:pathLst>
            </a:custGeom>
            <a:noFill/>
            <a:ln w="566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44" name="object 55"/>
          <p:cNvSpPr/>
          <p:nvPr/>
        </p:nvSpPr>
        <p:spPr>
          <a:xfrm>
            <a:off x="3081240" y="8199000"/>
            <a:ext cx="13824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84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  <a:buNone/>
            </a:pPr>
            <a:r>
              <a:rPr b="0" lang="en-US" sz="1750" spc="-52" strike="noStrike">
                <a:latin typeface="Times New Roman"/>
              </a:rPr>
              <a:t>3</a:t>
            </a:r>
            <a:endParaRPr b="0" lang="en-US" sz="1750" spc="-1" strike="noStrike">
              <a:latin typeface="Arial"/>
            </a:endParaRPr>
          </a:p>
        </p:txBody>
      </p:sp>
      <p:sp>
        <p:nvSpPr>
          <p:cNvPr id="245" name="object 56"/>
          <p:cNvSpPr/>
          <p:nvPr/>
        </p:nvSpPr>
        <p:spPr>
          <a:xfrm>
            <a:off x="3617640" y="8199000"/>
            <a:ext cx="13824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84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  <a:buNone/>
            </a:pPr>
            <a:r>
              <a:rPr b="0" lang="en-US" sz="1750" spc="-52" strike="noStrike">
                <a:latin typeface="Times New Roman"/>
              </a:rPr>
              <a:t>4</a:t>
            </a:r>
            <a:endParaRPr b="0" lang="en-US" sz="1750" spc="-1" strike="noStrike">
              <a:latin typeface="Arial"/>
            </a:endParaRPr>
          </a:p>
        </p:txBody>
      </p:sp>
      <p:sp>
        <p:nvSpPr>
          <p:cNvPr id="246" name="object 57"/>
          <p:cNvSpPr/>
          <p:nvPr/>
        </p:nvSpPr>
        <p:spPr>
          <a:xfrm>
            <a:off x="469800" y="5212080"/>
            <a:ext cx="96120" cy="3015720"/>
          </a:xfrm>
          <a:custGeom>
            <a:avLst/>
            <a:gdLst/>
            <a:ahLst/>
            <a:rect l="l" t="t" r="r" b="b"/>
            <a:pathLst>
              <a:path w="96520" h="3016250">
                <a:moveTo>
                  <a:pt x="0" y="3015890"/>
                </a:moveTo>
                <a:lnTo>
                  <a:pt x="0" y="0"/>
                </a:lnTo>
              </a:path>
              <a:path w="96520" h="3016250">
                <a:moveTo>
                  <a:pt x="96395" y="3015890"/>
                </a:moveTo>
                <a:lnTo>
                  <a:pt x="0" y="3015890"/>
                </a:lnTo>
              </a:path>
              <a:path w="96520" h="3016250">
                <a:moveTo>
                  <a:pt x="48197" y="2836231"/>
                </a:moveTo>
                <a:lnTo>
                  <a:pt x="0" y="2836231"/>
                </a:lnTo>
              </a:path>
              <a:path w="96520" h="3016250">
                <a:moveTo>
                  <a:pt x="48197" y="2656576"/>
                </a:moveTo>
                <a:lnTo>
                  <a:pt x="0" y="2656576"/>
                </a:lnTo>
              </a:path>
              <a:path w="96520" h="3016250">
                <a:moveTo>
                  <a:pt x="48197" y="2476914"/>
                </a:moveTo>
                <a:lnTo>
                  <a:pt x="0" y="2476914"/>
                </a:lnTo>
              </a:path>
              <a:path w="96520" h="3016250">
                <a:moveTo>
                  <a:pt x="48197" y="2297259"/>
                </a:moveTo>
                <a:lnTo>
                  <a:pt x="0" y="2297259"/>
                </a:lnTo>
              </a:path>
              <a:path w="96520" h="3016250">
                <a:moveTo>
                  <a:pt x="96395" y="2117597"/>
                </a:moveTo>
                <a:lnTo>
                  <a:pt x="0" y="2117597"/>
                </a:lnTo>
              </a:path>
              <a:path w="96520" h="3016250">
                <a:moveTo>
                  <a:pt x="48197" y="1937942"/>
                </a:moveTo>
                <a:lnTo>
                  <a:pt x="0" y="1937942"/>
                </a:lnTo>
              </a:path>
              <a:path w="96520" h="3016250">
                <a:moveTo>
                  <a:pt x="48197" y="1758280"/>
                </a:moveTo>
                <a:lnTo>
                  <a:pt x="0" y="1758280"/>
                </a:lnTo>
              </a:path>
              <a:path w="96520" h="3016250">
                <a:moveTo>
                  <a:pt x="48197" y="1578625"/>
                </a:moveTo>
                <a:lnTo>
                  <a:pt x="0" y="1578625"/>
                </a:lnTo>
              </a:path>
              <a:path w="96520" h="3016250">
                <a:moveTo>
                  <a:pt x="48197" y="1398963"/>
                </a:moveTo>
                <a:lnTo>
                  <a:pt x="0" y="1398963"/>
                </a:lnTo>
              </a:path>
              <a:path w="96520" h="3016250">
                <a:moveTo>
                  <a:pt x="96395" y="1219308"/>
                </a:moveTo>
                <a:lnTo>
                  <a:pt x="0" y="1219308"/>
                </a:lnTo>
              </a:path>
              <a:path w="96520" h="3016250">
                <a:moveTo>
                  <a:pt x="48197" y="1039654"/>
                </a:moveTo>
                <a:lnTo>
                  <a:pt x="0" y="1039654"/>
                </a:lnTo>
              </a:path>
              <a:path w="96520" h="3016250">
                <a:moveTo>
                  <a:pt x="48197" y="859991"/>
                </a:moveTo>
                <a:lnTo>
                  <a:pt x="0" y="859991"/>
                </a:lnTo>
              </a:path>
              <a:path w="96520" h="3016250">
                <a:moveTo>
                  <a:pt x="48197" y="680337"/>
                </a:moveTo>
                <a:lnTo>
                  <a:pt x="0" y="680337"/>
                </a:lnTo>
              </a:path>
              <a:path w="96520" h="3016250">
                <a:moveTo>
                  <a:pt x="48197" y="500674"/>
                </a:moveTo>
                <a:lnTo>
                  <a:pt x="0" y="500674"/>
                </a:lnTo>
              </a:path>
              <a:path w="96520" h="3016250">
                <a:moveTo>
                  <a:pt x="96395" y="321020"/>
                </a:moveTo>
                <a:lnTo>
                  <a:pt x="0" y="321020"/>
                </a:lnTo>
              </a:path>
              <a:path w="96520" h="3016250">
                <a:moveTo>
                  <a:pt x="96395" y="321020"/>
                </a:moveTo>
                <a:lnTo>
                  <a:pt x="0" y="321020"/>
                </a:lnTo>
              </a:path>
              <a:path w="96520" h="3016250">
                <a:moveTo>
                  <a:pt x="48197" y="141357"/>
                </a:moveTo>
                <a:lnTo>
                  <a:pt x="0" y="141357"/>
                </a:lnTo>
              </a:path>
            </a:pathLst>
          </a:custGeom>
          <a:noFill/>
          <a:ln w="566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object 58"/>
          <p:cNvSpPr/>
          <p:nvPr/>
        </p:nvSpPr>
        <p:spPr>
          <a:xfrm>
            <a:off x="328320" y="8070120"/>
            <a:ext cx="13824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84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  <a:buNone/>
            </a:pPr>
            <a:r>
              <a:rPr b="0" lang="en-US" sz="1750" spc="-52" strike="noStrike">
                <a:latin typeface="Times New Roman"/>
              </a:rPr>
              <a:t>0</a:t>
            </a:r>
            <a:endParaRPr b="0" lang="en-US" sz="1750" spc="-1" strike="noStrike">
              <a:latin typeface="Arial"/>
            </a:endParaRPr>
          </a:p>
        </p:txBody>
      </p:sp>
      <p:sp>
        <p:nvSpPr>
          <p:cNvPr id="248" name="object 59"/>
          <p:cNvSpPr/>
          <p:nvPr/>
        </p:nvSpPr>
        <p:spPr>
          <a:xfrm>
            <a:off x="333720" y="7168680"/>
            <a:ext cx="13824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84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  <a:buNone/>
            </a:pPr>
            <a:r>
              <a:rPr b="0" lang="en-US" sz="1750" spc="-52" strike="noStrike">
                <a:latin typeface="Times New Roman"/>
              </a:rPr>
              <a:t>5</a:t>
            </a:r>
            <a:endParaRPr b="0" lang="en-US" sz="1750" spc="-1" strike="noStrike">
              <a:latin typeface="Arial"/>
            </a:endParaRPr>
          </a:p>
        </p:txBody>
      </p:sp>
      <p:sp>
        <p:nvSpPr>
          <p:cNvPr id="249" name="object 60"/>
          <p:cNvSpPr/>
          <p:nvPr/>
        </p:nvSpPr>
        <p:spPr>
          <a:xfrm>
            <a:off x="215640" y="6272640"/>
            <a:ext cx="25056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84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  <a:buNone/>
            </a:pPr>
            <a:r>
              <a:rPr b="0" lang="en-US" sz="1750" spc="-26" strike="noStrike">
                <a:latin typeface="Times New Roman"/>
              </a:rPr>
              <a:t>10</a:t>
            </a:r>
            <a:endParaRPr b="0" lang="en-US" sz="1750" spc="-1" strike="noStrike">
              <a:latin typeface="Arial"/>
            </a:endParaRPr>
          </a:p>
        </p:txBody>
      </p:sp>
      <p:sp>
        <p:nvSpPr>
          <p:cNvPr id="250" name="object 61"/>
          <p:cNvSpPr/>
          <p:nvPr/>
        </p:nvSpPr>
        <p:spPr>
          <a:xfrm>
            <a:off x="221040" y="5370840"/>
            <a:ext cx="25056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84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  <a:buNone/>
            </a:pPr>
            <a:r>
              <a:rPr b="0" lang="en-US" sz="1750" spc="-26" strike="noStrike">
                <a:latin typeface="Times New Roman"/>
              </a:rPr>
              <a:t>15</a:t>
            </a:r>
            <a:endParaRPr b="0" lang="en-US" sz="1750" spc="-1" strike="noStrike">
              <a:latin typeface="Arial"/>
            </a:endParaRPr>
          </a:p>
        </p:txBody>
      </p:sp>
      <p:sp>
        <p:nvSpPr>
          <p:cNvPr id="251" name="object 62"/>
          <p:cNvSpPr/>
          <p:nvPr/>
        </p:nvSpPr>
        <p:spPr>
          <a:xfrm>
            <a:off x="431640" y="4947120"/>
            <a:ext cx="49500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840" bIns="0" anchor="t">
            <a:spAutoFit/>
          </a:bodyPr>
          <a:p>
            <a:pPr marL="38160">
              <a:lnSpc>
                <a:spcPct val="100000"/>
              </a:lnSpc>
              <a:spcBef>
                <a:spcPts val="125"/>
              </a:spcBef>
              <a:buNone/>
            </a:pPr>
            <a:r>
              <a:rPr b="0" lang="en-US" sz="1750" spc="-21" strike="noStrike">
                <a:latin typeface="Symbol"/>
              </a:rPr>
              <a:t></a:t>
            </a:r>
            <a:r>
              <a:rPr b="0" lang="en-US" sz="1750" spc="-21" strike="noStrike">
                <a:latin typeface="Times New Roman"/>
              </a:rPr>
              <a:t>10</a:t>
            </a:r>
            <a:r>
              <a:rPr b="0" lang="en-US" sz="1727" spc="-32" strike="noStrike" baseline="38000">
                <a:latin typeface="Times New Roman"/>
              </a:rPr>
              <a:t>3</a:t>
            </a:r>
            <a:endParaRPr b="0" lang="en-US" sz="1729" spc="-1" strike="noStrike">
              <a:latin typeface="Arial"/>
            </a:endParaRPr>
          </a:p>
        </p:txBody>
      </p:sp>
      <p:grpSp>
        <p:nvGrpSpPr>
          <p:cNvPr id="252" name="object 63"/>
          <p:cNvGrpSpPr/>
          <p:nvPr/>
        </p:nvGrpSpPr>
        <p:grpSpPr>
          <a:xfrm>
            <a:off x="469800" y="5372280"/>
            <a:ext cx="3214800" cy="2855520"/>
            <a:chOff x="469800" y="5372280"/>
            <a:chExt cx="3214800" cy="2855520"/>
          </a:xfrm>
        </p:grpSpPr>
        <p:sp>
          <p:nvSpPr>
            <p:cNvPr id="253" name="object 64"/>
            <p:cNvSpPr/>
            <p:nvPr/>
          </p:nvSpPr>
          <p:spPr>
            <a:xfrm>
              <a:off x="485640" y="7368840"/>
              <a:ext cx="3182400" cy="858960"/>
            </a:xfrm>
            <a:custGeom>
              <a:avLst/>
              <a:gdLst/>
              <a:ahLst/>
              <a:rect l="l" t="t" r="r" b="b"/>
              <a:pathLst>
                <a:path w="3182620" h="859154">
                  <a:moveTo>
                    <a:pt x="0" y="858893"/>
                  </a:moveTo>
                  <a:lnTo>
                    <a:pt x="0" y="858893"/>
                  </a:lnTo>
                  <a:lnTo>
                    <a:pt x="514309" y="858893"/>
                  </a:lnTo>
                  <a:lnTo>
                    <a:pt x="546458" y="858264"/>
                  </a:lnTo>
                  <a:lnTo>
                    <a:pt x="610746" y="855419"/>
                  </a:lnTo>
                  <a:lnTo>
                    <a:pt x="675035" y="843657"/>
                  </a:lnTo>
                  <a:lnTo>
                    <a:pt x="739324" y="805821"/>
                  </a:lnTo>
                  <a:lnTo>
                    <a:pt x="771464" y="768039"/>
                  </a:lnTo>
                  <a:lnTo>
                    <a:pt x="803612" y="712067"/>
                  </a:lnTo>
                  <a:lnTo>
                    <a:pt x="835753" y="634894"/>
                  </a:lnTo>
                  <a:lnTo>
                    <a:pt x="867901" y="536282"/>
                  </a:lnTo>
                  <a:lnTo>
                    <a:pt x="900041" y="420266"/>
                  </a:lnTo>
                  <a:lnTo>
                    <a:pt x="932190" y="295912"/>
                  </a:lnTo>
                  <a:lnTo>
                    <a:pt x="964338" y="176746"/>
                  </a:lnTo>
                  <a:lnTo>
                    <a:pt x="996478" y="78617"/>
                  </a:lnTo>
                  <a:lnTo>
                    <a:pt x="1028626" y="16330"/>
                  </a:lnTo>
                  <a:lnTo>
                    <a:pt x="1060767" y="0"/>
                  </a:lnTo>
                  <a:lnTo>
                    <a:pt x="1092915" y="32352"/>
                  </a:lnTo>
                  <a:lnTo>
                    <a:pt x="1125055" y="108008"/>
                  </a:lnTo>
                  <a:lnTo>
                    <a:pt x="1157204" y="214929"/>
                  </a:lnTo>
                  <a:lnTo>
                    <a:pt x="1189344" y="337532"/>
                  </a:lnTo>
                  <a:lnTo>
                    <a:pt x="1221492" y="460414"/>
                  </a:lnTo>
                  <a:lnTo>
                    <a:pt x="1253633" y="571384"/>
                  </a:lnTo>
                  <a:lnTo>
                    <a:pt x="1285781" y="663062"/>
                  </a:lnTo>
                  <a:lnTo>
                    <a:pt x="1317921" y="732972"/>
                  </a:lnTo>
                  <a:lnTo>
                    <a:pt x="1350070" y="782457"/>
                  </a:lnTo>
                  <a:lnTo>
                    <a:pt x="1382210" y="815092"/>
                  </a:lnTo>
                  <a:lnTo>
                    <a:pt x="1446499" y="846792"/>
                  </a:lnTo>
                  <a:lnTo>
                    <a:pt x="1510787" y="856238"/>
                  </a:lnTo>
                  <a:lnTo>
                    <a:pt x="1542936" y="857752"/>
                  </a:lnTo>
                  <a:lnTo>
                    <a:pt x="1575076" y="858430"/>
                  </a:lnTo>
                </a:path>
                <a:path w="3182620" h="859154">
                  <a:moveTo>
                    <a:pt x="1575076" y="858430"/>
                  </a:moveTo>
                  <a:lnTo>
                    <a:pt x="1607224" y="858893"/>
                  </a:lnTo>
                  <a:lnTo>
                    <a:pt x="1639365" y="858893"/>
                  </a:lnTo>
                  <a:lnTo>
                    <a:pt x="1671513" y="858893"/>
                  </a:lnTo>
                  <a:lnTo>
                    <a:pt x="3118011" y="858893"/>
                  </a:lnTo>
                  <a:lnTo>
                    <a:pt x="3150159" y="858893"/>
                  </a:lnTo>
                </a:path>
                <a:path w="3182620" h="859154">
                  <a:moveTo>
                    <a:pt x="3150159" y="858893"/>
                  </a:moveTo>
                  <a:lnTo>
                    <a:pt x="3182300" y="858893"/>
                  </a:lnTo>
                </a:path>
              </a:pathLst>
            </a:custGeom>
            <a:noFill/>
            <a:ln w="22660">
              <a:solidFill>
                <a:srgbClr val="ffff00"/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4" name="object 65"/>
            <p:cNvSpPr/>
            <p:nvPr/>
          </p:nvSpPr>
          <p:spPr>
            <a:xfrm>
              <a:off x="485640" y="6085800"/>
              <a:ext cx="3182400" cy="2142000"/>
            </a:xfrm>
            <a:custGeom>
              <a:avLst/>
              <a:gdLst/>
              <a:ahLst/>
              <a:rect l="l" t="t" r="r" b="b"/>
              <a:pathLst>
                <a:path w="3182620" h="2142490">
                  <a:moveTo>
                    <a:pt x="0" y="2142241"/>
                  </a:moveTo>
                  <a:lnTo>
                    <a:pt x="0" y="2142241"/>
                  </a:lnTo>
                  <a:lnTo>
                    <a:pt x="835753" y="2142241"/>
                  </a:lnTo>
                  <a:lnTo>
                    <a:pt x="867901" y="2141889"/>
                  </a:lnTo>
                  <a:lnTo>
                    <a:pt x="932190" y="2139915"/>
                  </a:lnTo>
                  <a:lnTo>
                    <a:pt x="996478" y="2130023"/>
                  </a:lnTo>
                  <a:lnTo>
                    <a:pt x="1060767" y="2091264"/>
                  </a:lnTo>
                  <a:lnTo>
                    <a:pt x="1092915" y="2046733"/>
                  </a:lnTo>
                  <a:lnTo>
                    <a:pt x="1125055" y="1973316"/>
                  </a:lnTo>
                  <a:lnTo>
                    <a:pt x="1157204" y="1860193"/>
                  </a:lnTo>
                  <a:lnTo>
                    <a:pt x="1189344" y="1697662"/>
                  </a:lnTo>
                  <a:lnTo>
                    <a:pt x="1221492" y="1480700"/>
                  </a:lnTo>
                  <a:lnTo>
                    <a:pt x="1253633" y="1212963"/>
                  </a:lnTo>
                  <a:lnTo>
                    <a:pt x="1285781" y="909928"/>
                  </a:lnTo>
                  <a:lnTo>
                    <a:pt x="1317921" y="599543"/>
                  </a:lnTo>
                  <a:lnTo>
                    <a:pt x="1350070" y="319078"/>
                  </a:lnTo>
                  <a:lnTo>
                    <a:pt x="1382210" y="108220"/>
                  </a:lnTo>
                  <a:lnTo>
                    <a:pt x="1414358" y="0"/>
                  </a:lnTo>
                  <a:lnTo>
                    <a:pt x="1446499" y="12297"/>
                  </a:lnTo>
                  <a:lnTo>
                    <a:pt x="1478647" y="143065"/>
                  </a:lnTo>
                  <a:lnTo>
                    <a:pt x="1510787" y="370836"/>
                  </a:lnTo>
                  <a:lnTo>
                    <a:pt x="1542936" y="660508"/>
                  </a:lnTo>
                  <a:lnTo>
                    <a:pt x="1575076" y="972185"/>
                  </a:lnTo>
                </a:path>
                <a:path w="3182620" h="2142490">
                  <a:moveTo>
                    <a:pt x="1575076" y="972185"/>
                  </a:moveTo>
                  <a:lnTo>
                    <a:pt x="1607224" y="1270016"/>
                  </a:lnTo>
                  <a:lnTo>
                    <a:pt x="1639365" y="1528432"/>
                  </a:lnTo>
                  <a:lnTo>
                    <a:pt x="1671513" y="1734463"/>
                  </a:lnTo>
                  <a:lnTo>
                    <a:pt x="1703653" y="1886502"/>
                  </a:lnTo>
                  <a:lnTo>
                    <a:pt x="1735801" y="1990825"/>
                  </a:lnTo>
                  <a:lnTo>
                    <a:pt x="1767950" y="2057614"/>
                  </a:lnTo>
                  <a:lnTo>
                    <a:pt x="1800090" y="2097590"/>
                  </a:lnTo>
                  <a:lnTo>
                    <a:pt x="1832238" y="2120000"/>
                  </a:lnTo>
                  <a:lnTo>
                    <a:pt x="1896527" y="2137599"/>
                  </a:lnTo>
                  <a:lnTo>
                    <a:pt x="1960816" y="2141471"/>
                  </a:lnTo>
                  <a:lnTo>
                    <a:pt x="1992956" y="2142241"/>
                  </a:lnTo>
                  <a:lnTo>
                    <a:pt x="2025104" y="2142241"/>
                  </a:lnTo>
                  <a:lnTo>
                    <a:pt x="2057245" y="2142241"/>
                  </a:lnTo>
                  <a:lnTo>
                    <a:pt x="3118011" y="2142241"/>
                  </a:lnTo>
                  <a:lnTo>
                    <a:pt x="3150159" y="2142241"/>
                  </a:lnTo>
                </a:path>
                <a:path w="3182620" h="2142490">
                  <a:moveTo>
                    <a:pt x="3150159" y="2142241"/>
                  </a:moveTo>
                  <a:lnTo>
                    <a:pt x="3182300" y="2142241"/>
                  </a:lnTo>
                </a:path>
              </a:pathLst>
            </a:custGeom>
            <a:noFill/>
            <a:ln w="22660">
              <a:solidFill>
                <a:srgbClr val="59d454"/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5" name="object 66"/>
            <p:cNvSpPr/>
            <p:nvPr/>
          </p:nvSpPr>
          <p:spPr>
            <a:xfrm>
              <a:off x="485640" y="7943760"/>
              <a:ext cx="3182400" cy="284040"/>
            </a:xfrm>
            <a:custGeom>
              <a:avLst/>
              <a:gdLst/>
              <a:ahLst/>
              <a:rect l="l" t="t" r="r" b="b"/>
              <a:pathLst>
                <a:path w="3182620" h="284479">
                  <a:moveTo>
                    <a:pt x="0" y="284125"/>
                  </a:moveTo>
                  <a:lnTo>
                    <a:pt x="0" y="284125"/>
                  </a:lnTo>
                  <a:lnTo>
                    <a:pt x="1092915" y="284125"/>
                  </a:lnTo>
                  <a:lnTo>
                    <a:pt x="1125055" y="283509"/>
                  </a:lnTo>
                  <a:lnTo>
                    <a:pt x="1189344" y="281174"/>
                  </a:lnTo>
                  <a:lnTo>
                    <a:pt x="1253633" y="272900"/>
                  </a:lnTo>
                  <a:lnTo>
                    <a:pt x="1317921" y="250206"/>
                  </a:lnTo>
                  <a:lnTo>
                    <a:pt x="1382210" y="202715"/>
                  </a:lnTo>
                  <a:lnTo>
                    <a:pt x="1414358" y="168441"/>
                  </a:lnTo>
                  <a:lnTo>
                    <a:pt x="1446499" y="128939"/>
                  </a:lnTo>
                  <a:lnTo>
                    <a:pt x="1478647" y="87599"/>
                  </a:lnTo>
                  <a:lnTo>
                    <a:pt x="1510787" y="49181"/>
                  </a:lnTo>
                  <a:lnTo>
                    <a:pt x="1542936" y="18974"/>
                  </a:lnTo>
                  <a:lnTo>
                    <a:pt x="1575076" y="1631"/>
                  </a:lnTo>
                </a:path>
                <a:path w="3182620" h="284479">
                  <a:moveTo>
                    <a:pt x="1575076" y="1631"/>
                  </a:moveTo>
                  <a:lnTo>
                    <a:pt x="1639365" y="14351"/>
                  </a:lnTo>
                  <a:lnTo>
                    <a:pt x="1671513" y="42315"/>
                  </a:lnTo>
                  <a:lnTo>
                    <a:pt x="1703653" y="79516"/>
                  </a:lnTo>
                  <a:lnTo>
                    <a:pt x="1735801" y="120683"/>
                  </a:lnTo>
                  <a:lnTo>
                    <a:pt x="1767950" y="160874"/>
                  </a:lnTo>
                  <a:lnTo>
                    <a:pt x="1800090" y="196385"/>
                  </a:lnTo>
                  <a:lnTo>
                    <a:pt x="1832238" y="225160"/>
                  </a:lnTo>
                  <a:lnTo>
                    <a:pt x="1864379" y="246716"/>
                  </a:lnTo>
                  <a:lnTo>
                    <a:pt x="1928667" y="271458"/>
                  </a:lnTo>
                  <a:lnTo>
                    <a:pt x="1992956" y="280718"/>
                  </a:lnTo>
                  <a:lnTo>
                    <a:pt x="2057245" y="283397"/>
                  </a:lnTo>
                  <a:lnTo>
                    <a:pt x="2121533" y="284125"/>
                  </a:lnTo>
                  <a:lnTo>
                    <a:pt x="2153681" y="284125"/>
                  </a:lnTo>
                  <a:lnTo>
                    <a:pt x="2185822" y="284125"/>
                  </a:lnTo>
                  <a:lnTo>
                    <a:pt x="3118011" y="284125"/>
                  </a:lnTo>
                  <a:lnTo>
                    <a:pt x="3150159" y="284125"/>
                  </a:lnTo>
                </a:path>
                <a:path w="3182620" h="284479">
                  <a:moveTo>
                    <a:pt x="3150159" y="284125"/>
                  </a:moveTo>
                  <a:lnTo>
                    <a:pt x="3182300" y="284125"/>
                  </a:lnTo>
                </a:path>
              </a:pathLst>
            </a:custGeom>
            <a:noFill/>
            <a:ln w="22660">
              <a:solidFill>
                <a:srgbClr val="ff00ff"/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6" name="object 67"/>
            <p:cNvSpPr/>
            <p:nvPr/>
          </p:nvSpPr>
          <p:spPr>
            <a:xfrm>
              <a:off x="485640" y="5377680"/>
              <a:ext cx="3182400" cy="2850120"/>
            </a:xfrm>
            <a:custGeom>
              <a:avLst/>
              <a:gdLst/>
              <a:ahLst/>
              <a:rect l="l" t="t" r="r" b="b"/>
              <a:pathLst>
                <a:path w="3182620" h="2850515">
                  <a:moveTo>
                    <a:pt x="0" y="2850232"/>
                  </a:moveTo>
                  <a:lnTo>
                    <a:pt x="0" y="2850232"/>
                  </a:lnTo>
                  <a:lnTo>
                    <a:pt x="1382210" y="2850232"/>
                  </a:lnTo>
                  <a:lnTo>
                    <a:pt x="1414358" y="2849836"/>
                  </a:lnTo>
                  <a:lnTo>
                    <a:pt x="1446499" y="2849174"/>
                  </a:lnTo>
                  <a:lnTo>
                    <a:pt x="1478647" y="2847563"/>
                  </a:lnTo>
                  <a:lnTo>
                    <a:pt x="1510787" y="2843875"/>
                  </a:lnTo>
                  <a:lnTo>
                    <a:pt x="1542936" y="2835938"/>
                  </a:lnTo>
                  <a:lnTo>
                    <a:pt x="1575076" y="2819892"/>
                  </a:lnTo>
                </a:path>
                <a:path w="3182620" h="2850515">
                  <a:moveTo>
                    <a:pt x="1575076" y="2819892"/>
                  </a:moveTo>
                  <a:lnTo>
                    <a:pt x="1607224" y="2789438"/>
                  </a:lnTo>
                  <a:lnTo>
                    <a:pt x="1639365" y="2735234"/>
                  </a:lnTo>
                  <a:lnTo>
                    <a:pt x="1671513" y="2644875"/>
                  </a:lnTo>
                  <a:lnTo>
                    <a:pt x="1703653" y="2504039"/>
                  </a:lnTo>
                  <a:lnTo>
                    <a:pt x="1735801" y="2299283"/>
                  </a:lnTo>
                  <a:lnTo>
                    <a:pt x="1767950" y="2022512"/>
                  </a:lnTo>
                  <a:lnTo>
                    <a:pt x="1800090" y="1676293"/>
                  </a:lnTo>
                  <a:lnTo>
                    <a:pt x="1832238" y="1278460"/>
                  </a:lnTo>
                  <a:lnTo>
                    <a:pt x="1864379" y="863602"/>
                  </a:lnTo>
                  <a:lnTo>
                    <a:pt x="1896527" y="479781"/>
                  </a:lnTo>
                  <a:lnTo>
                    <a:pt x="1928667" y="180115"/>
                  </a:lnTo>
                  <a:lnTo>
                    <a:pt x="1960816" y="10922"/>
                  </a:lnTo>
                  <a:lnTo>
                    <a:pt x="1992956" y="0"/>
                  </a:lnTo>
                  <a:lnTo>
                    <a:pt x="2025104" y="149175"/>
                  </a:lnTo>
                  <a:lnTo>
                    <a:pt x="2057245" y="433825"/>
                  </a:lnTo>
                  <a:lnTo>
                    <a:pt x="2089393" y="809473"/>
                  </a:lnTo>
                  <a:lnTo>
                    <a:pt x="2121533" y="1223191"/>
                  </a:lnTo>
                  <a:lnTo>
                    <a:pt x="2153681" y="1625646"/>
                  </a:lnTo>
                  <a:lnTo>
                    <a:pt x="2185822" y="1980144"/>
                  </a:lnTo>
                  <a:lnTo>
                    <a:pt x="2217970" y="2266622"/>
                  </a:lnTo>
                  <a:lnTo>
                    <a:pt x="2250111" y="2480683"/>
                  </a:lnTo>
                  <a:lnTo>
                    <a:pt x="2282259" y="2629330"/>
                  </a:lnTo>
                  <a:lnTo>
                    <a:pt x="2314399" y="2725576"/>
                  </a:lnTo>
                  <a:lnTo>
                    <a:pt x="2346547" y="2783825"/>
                  </a:lnTo>
                  <a:lnTo>
                    <a:pt x="2378688" y="2816835"/>
                  </a:lnTo>
                  <a:lnTo>
                    <a:pt x="2442977" y="2843126"/>
                  </a:lnTo>
                  <a:lnTo>
                    <a:pt x="2507273" y="2849031"/>
                  </a:lnTo>
                  <a:lnTo>
                    <a:pt x="2571562" y="2850232"/>
                  </a:lnTo>
                  <a:lnTo>
                    <a:pt x="2603702" y="2850232"/>
                  </a:lnTo>
                  <a:lnTo>
                    <a:pt x="2635850" y="2850232"/>
                  </a:lnTo>
                  <a:lnTo>
                    <a:pt x="3118011" y="2850232"/>
                  </a:lnTo>
                  <a:lnTo>
                    <a:pt x="3150159" y="2850232"/>
                  </a:lnTo>
                </a:path>
                <a:path w="3182620" h="2850515">
                  <a:moveTo>
                    <a:pt x="3150159" y="2850232"/>
                  </a:moveTo>
                  <a:lnTo>
                    <a:pt x="3182300" y="2850232"/>
                  </a:lnTo>
                </a:path>
              </a:pathLst>
            </a:custGeom>
            <a:noFill/>
            <a:ln w="22660">
              <a:solidFill>
                <a:srgbClr val="0000ff"/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7" name="object 68"/>
            <p:cNvSpPr/>
            <p:nvPr/>
          </p:nvSpPr>
          <p:spPr>
            <a:xfrm>
              <a:off x="469800" y="5384520"/>
              <a:ext cx="3214800" cy="2843280"/>
            </a:xfrm>
            <a:custGeom>
              <a:avLst/>
              <a:gdLst/>
              <a:ahLst/>
              <a:rect l="l" t="t" r="r" b="b"/>
              <a:pathLst>
                <a:path w="3215004" h="2843529">
                  <a:moveTo>
                    <a:pt x="0" y="2843449"/>
                  </a:moveTo>
                  <a:lnTo>
                    <a:pt x="0" y="2843449"/>
                  </a:lnTo>
                  <a:lnTo>
                    <a:pt x="26787" y="2843449"/>
                  </a:lnTo>
                  <a:lnTo>
                    <a:pt x="53574" y="2843449"/>
                  </a:lnTo>
                  <a:lnTo>
                    <a:pt x="80361" y="2843449"/>
                  </a:lnTo>
                  <a:lnTo>
                    <a:pt x="107148" y="2843449"/>
                  </a:lnTo>
                  <a:lnTo>
                    <a:pt x="133935" y="2843449"/>
                  </a:lnTo>
                  <a:lnTo>
                    <a:pt x="160722" y="2843449"/>
                  </a:lnTo>
                  <a:lnTo>
                    <a:pt x="187509" y="2843449"/>
                  </a:lnTo>
                  <a:lnTo>
                    <a:pt x="214297" y="2843449"/>
                  </a:lnTo>
                  <a:lnTo>
                    <a:pt x="241083" y="2843449"/>
                  </a:lnTo>
                  <a:lnTo>
                    <a:pt x="267870" y="2843449"/>
                  </a:lnTo>
                  <a:lnTo>
                    <a:pt x="294658" y="2843449"/>
                  </a:lnTo>
                  <a:lnTo>
                    <a:pt x="321444" y="2843449"/>
                  </a:lnTo>
                  <a:lnTo>
                    <a:pt x="348235" y="2843449"/>
                  </a:lnTo>
                  <a:lnTo>
                    <a:pt x="375020" y="2843449"/>
                  </a:lnTo>
                  <a:lnTo>
                    <a:pt x="401805" y="2843449"/>
                  </a:lnTo>
                  <a:lnTo>
                    <a:pt x="428590" y="2843449"/>
                  </a:lnTo>
                  <a:lnTo>
                    <a:pt x="455382" y="2843449"/>
                  </a:lnTo>
                  <a:lnTo>
                    <a:pt x="482167" y="2843449"/>
                  </a:lnTo>
                  <a:lnTo>
                    <a:pt x="508952" y="2843449"/>
                  </a:lnTo>
                  <a:lnTo>
                    <a:pt x="535738" y="2843449"/>
                  </a:lnTo>
                  <a:lnTo>
                    <a:pt x="562530" y="2843449"/>
                  </a:lnTo>
                  <a:lnTo>
                    <a:pt x="562530" y="2842550"/>
                  </a:lnTo>
                  <a:lnTo>
                    <a:pt x="589315" y="2842550"/>
                  </a:lnTo>
                  <a:lnTo>
                    <a:pt x="589315" y="2841832"/>
                  </a:lnTo>
                  <a:lnTo>
                    <a:pt x="616100" y="2841832"/>
                  </a:lnTo>
                  <a:lnTo>
                    <a:pt x="616100" y="2839856"/>
                  </a:lnTo>
                  <a:lnTo>
                    <a:pt x="642893" y="2839856"/>
                  </a:lnTo>
                  <a:lnTo>
                    <a:pt x="642893" y="2837340"/>
                  </a:lnTo>
                  <a:lnTo>
                    <a:pt x="669678" y="2837340"/>
                  </a:lnTo>
                  <a:lnTo>
                    <a:pt x="669678" y="2828537"/>
                  </a:lnTo>
                  <a:lnTo>
                    <a:pt x="696463" y="2828537"/>
                  </a:lnTo>
                  <a:lnTo>
                    <a:pt x="696463" y="2820811"/>
                  </a:lnTo>
                  <a:lnTo>
                    <a:pt x="723248" y="2820811"/>
                  </a:lnTo>
                  <a:lnTo>
                    <a:pt x="723248" y="2811469"/>
                  </a:lnTo>
                  <a:lnTo>
                    <a:pt x="750041" y="2811469"/>
                  </a:lnTo>
                  <a:lnTo>
                    <a:pt x="750041" y="2779131"/>
                  </a:lnTo>
                  <a:lnTo>
                    <a:pt x="776826" y="2779131"/>
                  </a:lnTo>
                  <a:lnTo>
                    <a:pt x="776826" y="2749128"/>
                  </a:lnTo>
                  <a:lnTo>
                    <a:pt x="803611" y="2749128"/>
                  </a:lnTo>
                  <a:lnTo>
                    <a:pt x="803611" y="2703495"/>
                  </a:lnTo>
                  <a:lnTo>
                    <a:pt x="830396" y="2703495"/>
                  </a:lnTo>
                  <a:lnTo>
                    <a:pt x="830396" y="2645646"/>
                  </a:lnTo>
                  <a:lnTo>
                    <a:pt x="857188" y="2645646"/>
                  </a:lnTo>
                  <a:lnTo>
                    <a:pt x="857188" y="2564981"/>
                  </a:lnTo>
                  <a:lnTo>
                    <a:pt x="883973" y="2564981"/>
                  </a:lnTo>
                  <a:lnTo>
                    <a:pt x="883973" y="2464367"/>
                  </a:lnTo>
                  <a:lnTo>
                    <a:pt x="910758" y="2464367"/>
                  </a:lnTo>
                  <a:lnTo>
                    <a:pt x="910758" y="2371126"/>
                  </a:lnTo>
                  <a:lnTo>
                    <a:pt x="937544" y="2371126"/>
                  </a:lnTo>
                  <a:lnTo>
                    <a:pt x="937544" y="2285793"/>
                  </a:lnTo>
                  <a:lnTo>
                    <a:pt x="964336" y="2285793"/>
                  </a:lnTo>
                  <a:lnTo>
                    <a:pt x="964336" y="2164520"/>
                  </a:lnTo>
                  <a:lnTo>
                    <a:pt x="991121" y="2164520"/>
                  </a:lnTo>
                  <a:lnTo>
                    <a:pt x="991121" y="2075946"/>
                  </a:lnTo>
                  <a:lnTo>
                    <a:pt x="1017906" y="2075946"/>
                  </a:lnTo>
                  <a:lnTo>
                    <a:pt x="1017906" y="1998333"/>
                  </a:lnTo>
                  <a:lnTo>
                    <a:pt x="1044699" y="1998333"/>
                  </a:lnTo>
                  <a:lnTo>
                    <a:pt x="1044699" y="1948751"/>
                  </a:lnTo>
                  <a:lnTo>
                    <a:pt x="1071484" y="1948751"/>
                  </a:lnTo>
                  <a:lnTo>
                    <a:pt x="1071484" y="1939589"/>
                  </a:lnTo>
                  <a:lnTo>
                    <a:pt x="1098269" y="1939589"/>
                  </a:lnTo>
                  <a:lnTo>
                    <a:pt x="1098269" y="1914617"/>
                  </a:lnTo>
                  <a:lnTo>
                    <a:pt x="1125054" y="1914617"/>
                  </a:lnTo>
                  <a:lnTo>
                    <a:pt x="1125054" y="1915153"/>
                  </a:lnTo>
                  <a:lnTo>
                    <a:pt x="1151847" y="1915153"/>
                  </a:lnTo>
                  <a:lnTo>
                    <a:pt x="1151847" y="1937436"/>
                  </a:lnTo>
                  <a:lnTo>
                    <a:pt x="1178632" y="1937436"/>
                  </a:lnTo>
                  <a:lnTo>
                    <a:pt x="1178632" y="1877249"/>
                  </a:lnTo>
                  <a:lnTo>
                    <a:pt x="1205417" y="1877249"/>
                  </a:lnTo>
                  <a:lnTo>
                    <a:pt x="1205417" y="1827305"/>
                  </a:lnTo>
                  <a:lnTo>
                    <a:pt x="1232202" y="1827305"/>
                  </a:lnTo>
                  <a:lnTo>
                    <a:pt x="1232202" y="1737470"/>
                  </a:lnTo>
                  <a:lnTo>
                    <a:pt x="1258994" y="1737470"/>
                  </a:lnTo>
                  <a:lnTo>
                    <a:pt x="1258994" y="1604708"/>
                  </a:lnTo>
                  <a:lnTo>
                    <a:pt x="1285779" y="1604708"/>
                  </a:lnTo>
                  <a:lnTo>
                    <a:pt x="1285779" y="1417499"/>
                  </a:lnTo>
                  <a:lnTo>
                    <a:pt x="1312564" y="1417499"/>
                  </a:lnTo>
                  <a:lnTo>
                    <a:pt x="1312564" y="1177658"/>
                  </a:lnTo>
                  <a:lnTo>
                    <a:pt x="1339349" y="1177658"/>
                  </a:lnTo>
                  <a:lnTo>
                    <a:pt x="1339349" y="994944"/>
                  </a:lnTo>
                  <a:lnTo>
                    <a:pt x="1366142" y="994944"/>
                  </a:lnTo>
                  <a:lnTo>
                    <a:pt x="1366142" y="788338"/>
                  </a:lnTo>
                  <a:lnTo>
                    <a:pt x="1392927" y="788338"/>
                  </a:lnTo>
                  <a:lnTo>
                    <a:pt x="1392927" y="642100"/>
                  </a:lnTo>
                  <a:lnTo>
                    <a:pt x="1419712" y="642100"/>
                  </a:lnTo>
                  <a:lnTo>
                    <a:pt x="1419712" y="554607"/>
                  </a:lnTo>
                  <a:lnTo>
                    <a:pt x="1446505" y="554607"/>
                  </a:lnTo>
                  <a:lnTo>
                    <a:pt x="1446505" y="556397"/>
                  </a:lnTo>
                  <a:lnTo>
                    <a:pt x="1473290" y="556397"/>
                  </a:lnTo>
                  <a:lnTo>
                    <a:pt x="1473290" y="618382"/>
                  </a:lnTo>
                  <a:lnTo>
                    <a:pt x="1500075" y="618382"/>
                  </a:lnTo>
                  <a:lnTo>
                    <a:pt x="1500075" y="760669"/>
                  </a:lnTo>
                  <a:lnTo>
                    <a:pt x="1526860" y="760669"/>
                  </a:lnTo>
                  <a:lnTo>
                    <a:pt x="1526860" y="951647"/>
                  </a:lnTo>
                  <a:lnTo>
                    <a:pt x="1553653" y="951647"/>
                  </a:lnTo>
                  <a:lnTo>
                    <a:pt x="1553653" y="1124662"/>
                  </a:lnTo>
                  <a:lnTo>
                    <a:pt x="1580438" y="1124662"/>
                  </a:lnTo>
                  <a:lnTo>
                    <a:pt x="1580438" y="1399001"/>
                  </a:lnTo>
                  <a:lnTo>
                    <a:pt x="1607223" y="1399001"/>
                  </a:lnTo>
                  <a:lnTo>
                    <a:pt x="1607223" y="1581888"/>
                  </a:lnTo>
                  <a:lnTo>
                    <a:pt x="1634008" y="1581888"/>
                  </a:lnTo>
                  <a:lnTo>
                    <a:pt x="1634008" y="1808617"/>
                  </a:lnTo>
                  <a:lnTo>
                    <a:pt x="1660800" y="1808617"/>
                  </a:lnTo>
                  <a:lnTo>
                    <a:pt x="1660800" y="1910840"/>
                  </a:lnTo>
                  <a:lnTo>
                    <a:pt x="1687585" y="1910840"/>
                  </a:lnTo>
                  <a:lnTo>
                    <a:pt x="1687585" y="2030134"/>
                  </a:lnTo>
                  <a:lnTo>
                    <a:pt x="1714370" y="2030134"/>
                  </a:lnTo>
                  <a:lnTo>
                    <a:pt x="1714370" y="2038397"/>
                  </a:lnTo>
                  <a:lnTo>
                    <a:pt x="1741163" y="2038397"/>
                  </a:lnTo>
                  <a:lnTo>
                    <a:pt x="1741163" y="1974260"/>
                  </a:lnTo>
                  <a:lnTo>
                    <a:pt x="1767948" y="1974260"/>
                  </a:lnTo>
                  <a:lnTo>
                    <a:pt x="1767948" y="1830893"/>
                  </a:lnTo>
                  <a:lnTo>
                    <a:pt x="1794733" y="1830893"/>
                  </a:lnTo>
                  <a:lnTo>
                    <a:pt x="1794733" y="1611710"/>
                  </a:lnTo>
                  <a:lnTo>
                    <a:pt x="1821518" y="1611710"/>
                  </a:lnTo>
                  <a:lnTo>
                    <a:pt x="1821518" y="1347432"/>
                  </a:lnTo>
                  <a:lnTo>
                    <a:pt x="1848311" y="1347432"/>
                  </a:lnTo>
                  <a:lnTo>
                    <a:pt x="1848311" y="1032493"/>
                  </a:lnTo>
                  <a:lnTo>
                    <a:pt x="1875096" y="1032493"/>
                  </a:lnTo>
                  <a:lnTo>
                    <a:pt x="1875096" y="685934"/>
                  </a:lnTo>
                  <a:lnTo>
                    <a:pt x="1901881" y="685934"/>
                  </a:lnTo>
                  <a:lnTo>
                    <a:pt x="1901881" y="401352"/>
                  </a:lnTo>
                  <a:lnTo>
                    <a:pt x="1928666" y="401352"/>
                  </a:lnTo>
                  <a:lnTo>
                    <a:pt x="1928666" y="151449"/>
                  </a:lnTo>
                  <a:lnTo>
                    <a:pt x="1955459" y="151449"/>
                  </a:lnTo>
                  <a:lnTo>
                    <a:pt x="1955459" y="35569"/>
                  </a:lnTo>
                  <a:lnTo>
                    <a:pt x="1982244" y="35569"/>
                  </a:lnTo>
                  <a:lnTo>
                    <a:pt x="1982244" y="0"/>
                  </a:lnTo>
                  <a:lnTo>
                    <a:pt x="2009029" y="0"/>
                  </a:lnTo>
                  <a:lnTo>
                    <a:pt x="2009029" y="11859"/>
                  </a:lnTo>
                  <a:lnTo>
                    <a:pt x="2035814" y="11859"/>
                  </a:lnTo>
                  <a:lnTo>
                    <a:pt x="2035814" y="197979"/>
                  </a:lnTo>
                  <a:lnTo>
                    <a:pt x="2062606" y="197979"/>
                  </a:lnTo>
                  <a:lnTo>
                    <a:pt x="2062606" y="441779"/>
                  </a:lnTo>
                  <a:lnTo>
                    <a:pt x="2089391" y="441779"/>
                  </a:lnTo>
                  <a:lnTo>
                    <a:pt x="2089391" y="782053"/>
                  </a:lnTo>
                  <a:lnTo>
                    <a:pt x="2116176" y="782053"/>
                  </a:lnTo>
                  <a:lnTo>
                    <a:pt x="2116176" y="1123944"/>
                  </a:lnTo>
                  <a:lnTo>
                    <a:pt x="2142969" y="1123944"/>
                  </a:lnTo>
                  <a:lnTo>
                    <a:pt x="2142969" y="1449844"/>
                  </a:lnTo>
                  <a:lnTo>
                    <a:pt x="2169754" y="1449844"/>
                  </a:lnTo>
                  <a:lnTo>
                    <a:pt x="2169754" y="1787240"/>
                  </a:lnTo>
                  <a:lnTo>
                    <a:pt x="2196539" y="1787240"/>
                  </a:lnTo>
                  <a:lnTo>
                    <a:pt x="2196539" y="2060499"/>
                  </a:lnTo>
                  <a:lnTo>
                    <a:pt x="2223324" y="2060499"/>
                  </a:lnTo>
                  <a:lnTo>
                    <a:pt x="2223324" y="2291178"/>
                  </a:lnTo>
                  <a:lnTo>
                    <a:pt x="2250117" y="2291178"/>
                  </a:lnTo>
                  <a:lnTo>
                    <a:pt x="2250117" y="2459699"/>
                  </a:lnTo>
                  <a:lnTo>
                    <a:pt x="2276902" y="2459699"/>
                  </a:lnTo>
                  <a:lnTo>
                    <a:pt x="2276902" y="2602885"/>
                  </a:lnTo>
                  <a:lnTo>
                    <a:pt x="2303687" y="2602885"/>
                  </a:lnTo>
                  <a:lnTo>
                    <a:pt x="2303687" y="2674569"/>
                  </a:lnTo>
                  <a:lnTo>
                    <a:pt x="2330472" y="2674569"/>
                  </a:lnTo>
                  <a:lnTo>
                    <a:pt x="2330472" y="2751643"/>
                  </a:lnTo>
                  <a:lnTo>
                    <a:pt x="2357265" y="2751643"/>
                  </a:lnTo>
                  <a:lnTo>
                    <a:pt x="2357265" y="2783982"/>
                  </a:lnTo>
                  <a:lnTo>
                    <a:pt x="2384050" y="2783982"/>
                  </a:lnTo>
                  <a:lnTo>
                    <a:pt x="2384050" y="2808056"/>
                  </a:lnTo>
                  <a:lnTo>
                    <a:pt x="2410835" y="2808056"/>
                  </a:lnTo>
                  <a:lnTo>
                    <a:pt x="2410835" y="2825303"/>
                  </a:lnTo>
                  <a:lnTo>
                    <a:pt x="2437620" y="2825303"/>
                  </a:lnTo>
                  <a:lnTo>
                    <a:pt x="2437620" y="2834286"/>
                  </a:lnTo>
                  <a:lnTo>
                    <a:pt x="2464412" y="2834286"/>
                  </a:lnTo>
                  <a:lnTo>
                    <a:pt x="2464412" y="2840035"/>
                  </a:lnTo>
                  <a:lnTo>
                    <a:pt x="2491197" y="2840035"/>
                  </a:lnTo>
                  <a:lnTo>
                    <a:pt x="2491197" y="2840214"/>
                  </a:lnTo>
                  <a:lnTo>
                    <a:pt x="2517982" y="2840214"/>
                  </a:lnTo>
                  <a:lnTo>
                    <a:pt x="2517982" y="2842910"/>
                  </a:lnTo>
                  <a:lnTo>
                    <a:pt x="2544775" y="2842910"/>
                  </a:lnTo>
                  <a:lnTo>
                    <a:pt x="2544775" y="2842730"/>
                  </a:lnTo>
                  <a:lnTo>
                    <a:pt x="2571560" y="2842730"/>
                  </a:lnTo>
                  <a:lnTo>
                    <a:pt x="2571560" y="2843449"/>
                  </a:lnTo>
                  <a:lnTo>
                    <a:pt x="2598345" y="2843449"/>
                  </a:lnTo>
                  <a:lnTo>
                    <a:pt x="2598345" y="2843089"/>
                  </a:lnTo>
                  <a:lnTo>
                    <a:pt x="2625130" y="2843089"/>
                  </a:lnTo>
                  <a:lnTo>
                    <a:pt x="2625130" y="2843449"/>
                  </a:lnTo>
                  <a:lnTo>
                    <a:pt x="2651923" y="2843449"/>
                  </a:lnTo>
                  <a:lnTo>
                    <a:pt x="2651923" y="2843449"/>
                  </a:lnTo>
                  <a:lnTo>
                    <a:pt x="2678708" y="2843449"/>
                  </a:lnTo>
                  <a:lnTo>
                    <a:pt x="2705493" y="2843449"/>
                  </a:lnTo>
                  <a:lnTo>
                    <a:pt x="2732278" y="2843449"/>
                  </a:lnTo>
                  <a:lnTo>
                    <a:pt x="2759070" y="2843449"/>
                  </a:lnTo>
                  <a:lnTo>
                    <a:pt x="2785856" y="2843449"/>
                  </a:lnTo>
                  <a:lnTo>
                    <a:pt x="2812641" y="2843449"/>
                  </a:lnTo>
                  <a:lnTo>
                    <a:pt x="2839426" y="2843449"/>
                  </a:lnTo>
                  <a:lnTo>
                    <a:pt x="2866218" y="2843449"/>
                  </a:lnTo>
                  <a:lnTo>
                    <a:pt x="2893003" y="2843449"/>
                  </a:lnTo>
                  <a:lnTo>
                    <a:pt x="2919788" y="2843449"/>
                  </a:lnTo>
                  <a:lnTo>
                    <a:pt x="2946581" y="2843449"/>
                  </a:lnTo>
                  <a:lnTo>
                    <a:pt x="2973366" y="2843449"/>
                  </a:lnTo>
                  <a:lnTo>
                    <a:pt x="3000151" y="2843449"/>
                  </a:lnTo>
                  <a:lnTo>
                    <a:pt x="3026936" y="2843449"/>
                  </a:lnTo>
                  <a:lnTo>
                    <a:pt x="3053729" y="2843449"/>
                  </a:lnTo>
                  <a:lnTo>
                    <a:pt x="3080514" y="2843449"/>
                  </a:lnTo>
                  <a:lnTo>
                    <a:pt x="3107299" y="2843449"/>
                  </a:lnTo>
                  <a:lnTo>
                    <a:pt x="3134084" y="2843449"/>
                  </a:lnTo>
                  <a:lnTo>
                    <a:pt x="3160876" y="2843449"/>
                  </a:lnTo>
                  <a:lnTo>
                    <a:pt x="3187662" y="2843449"/>
                  </a:lnTo>
                  <a:lnTo>
                    <a:pt x="3214447" y="2843449"/>
                  </a:lnTo>
                </a:path>
              </a:pathLst>
            </a:custGeom>
            <a:noFill/>
            <a:ln w="1133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8" name="object 69"/>
            <p:cNvSpPr/>
            <p:nvPr/>
          </p:nvSpPr>
          <p:spPr>
            <a:xfrm>
              <a:off x="485640" y="5372280"/>
              <a:ext cx="3182400" cy="2855160"/>
            </a:xfrm>
            <a:custGeom>
              <a:avLst/>
              <a:gdLst/>
              <a:ahLst/>
              <a:rect l="l" t="t" r="r" b="b"/>
              <a:pathLst>
                <a:path w="3182620" h="2855595">
                  <a:moveTo>
                    <a:pt x="0" y="2855520"/>
                  </a:moveTo>
                  <a:lnTo>
                    <a:pt x="0" y="2855520"/>
                  </a:lnTo>
                  <a:lnTo>
                    <a:pt x="514309" y="2855520"/>
                  </a:lnTo>
                  <a:lnTo>
                    <a:pt x="546458" y="2854895"/>
                  </a:lnTo>
                  <a:lnTo>
                    <a:pt x="610746" y="2852065"/>
                  </a:lnTo>
                  <a:lnTo>
                    <a:pt x="675035" y="2840344"/>
                  </a:lnTo>
                  <a:lnTo>
                    <a:pt x="739324" y="2802582"/>
                  </a:lnTo>
                  <a:lnTo>
                    <a:pt x="771464" y="2764833"/>
                  </a:lnTo>
                  <a:lnTo>
                    <a:pt x="803612" y="2708863"/>
                  </a:lnTo>
                  <a:lnTo>
                    <a:pt x="835753" y="2631611"/>
                  </a:lnTo>
                  <a:lnTo>
                    <a:pt x="867901" y="2532735"/>
                  </a:lnTo>
                  <a:lnTo>
                    <a:pt x="900041" y="2416054"/>
                  </a:lnTo>
                  <a:lnTo>
                    <a:pt x="932190" y="2290181"/>
                  </a:lnTo>
                  <a:lnTo>
                    <a:pt x="964338" y="2167707"/>
                  </a:lnTo>
                  <a:lnTo>
                    <a:pt x="996478" y="2062720"/>
                  </a:lnTo>
                  <a:lnTo>
                    <a:pt x="1028626" y="1986889"/>
                  </a:lnTo>
                  <a:lnTo>
                    <a:pt x="1060767" y="1945246"/>
                  </a:lnTo>
                  <a:lnTo>
                    <a:pt x="1092915" y="1933070"/>
                  </a:lnTo>
                  <a:lnTo>
                    <a:pt x="1125055" y="1935185"/>
                  </a:lnTo>
                  <a:lnTo>
                    <a:pt x="1157204" y="1928462"/>
                  </a:lnTo>
                  <a:lnTo>
                    <a:pt x="1189344" y="1887190"/>
                  </a:lnTo>
                  <a:lnTo>
                    <a:pt x="1221492" y="1790239"/>
                  </a:lnTo>
                  <a:lnTo>
                    <a:pt x="1253633" y="1628101"/>
                  </a:lnTo>
                  <a:lnTo>
                    <a:pt x="1285781" y="1407634"/>
                  </a:lnTo>
                  <a:lnTo>
                    <a:pt x="1317921" y="1152942"/>
                  </a:lnTo>
                  <a:lnTo>
                    <a:pt x="1350070" y="901332"/>
                  </a:lnTo>
                  <a:lnTo>
                    <a:pt x="1382210" y="695315"/>
                  </a:lnTo>
                  <a:lnTo>
                    <a:pt x="1414358" y="572434"/>
                  </a:lnTo>
                  <a:lnTo>
                    <a:pt x="1446499" y="556125"/>
                  </a:lnTo>
                  <a:lnTo>
                    <a:pt x="1478647" y="650372"/>
                  </a:lnTo>
                  <a:lnTo>
                    <a:pt x="1510787" y="839514"/>
                  </a:lnTo>
                  <a:lnTo>
                    <a:pt x="1542936" y="1092944"/>
                  </a:lnTo>
                  <a:lnTo>
                    <a:pt x="1575076" y="1372299"/>
                  </a:lnTo>
                </a:path>
                <a:path w="3182620" h="2855595">
                  <a:moveTo>
                    <a:pt x="1575076" y="1372299"/>
                  </a:moveTo>
                  <a:lnTo>
                    <a:pt x="1607224" y="1638669"/>
                  </a:lnTo>
                  <a:lnTo>
                    <a:pt x="1639365" y="1857617"/>
                  </a:lnTo>
                  <a:lnTo>
                    <a:pt x="1671513" y="2001498"/>
                  </a:lnTo>
                  <a:lnTo>
                    <a:pt x="1703653" y="2050037"/>
                  </a:lnTo>
                  <a:lnTo>
                    <a:pt x="1735801" y="1990817"/>
                  </a:lnTo>
                  <a:lnTo>
                    <a:pt x="1767950" y="1820929"/>
                  </a:lnTo>
                  <a:lnTo>
                    <a:pt x="1800090" y="1549959"/>
                  </a:lnTo>
                  <a:lnTo>
                    <a:pt x="1832238" y="1202902"/>
                  </a:lnTo>
                  <a:lnTo>
                    <a:pt x="1864379" y="820841"/>
                  </a:lnTo>
                  <a:lnTo>
                    <a:pt x="1896527" y="457264"/>
                  </a:lnTo>
                  <a:lnTo>
                    <a:pt x="1928667" y="169540"/>
                  </a:lnTo>
                  <a:lnTo>
                    <a:pt x="1960816" y="7123"/>
                  </a:lnTo>
                  <a:lnTo>
                    <a:pt x="1992956" y="0"/>
                  </a:lnTo>
                  <a:lnTo>
                    <a:pt x="2025104" y="151396"/>
                  </a:lnTo>
                  <a:lnTo>
                    <a:pt x="2057245" y="437451"/>
                  </a:lnTo>
                  <a:lnTo>
                    <a:pt x="2089393" y="814073"/>
                  </a:lnTo>
                  <a:lnTo>
                    <a:pt x="2121533" y="1228478"/>
                  </a:lnTo>
                  <a:lnTo>
                    <a:pt x="2153681" y="1631379"/>
                  </a:lnTo>
                  <a:lnTo>
                    <a:pt x="2185822" y="1986096"/>
                  </a:lnTo>
                  <a:lnTo>
                    <a:pt x="2217970" y="2272627"/>
                  </a:lnTo>
                  <a:lnTo>
                    <a:pt x="2250111" y="2486620"/>
                  </a:lnTo>
                  <a:lnTo>
                    <a:pt x="2282259" y="2635139"/>
                  </a:lnTo>
                  <a:lnTo>
                    <a:pt x="2314399" y="2731237"/>
                  </a:lnTo>
                  <a:lnTo>
                    <a:pt x="2346547" y="2789359"/>
                  </a:lnTo>
                  <a:lnTo>
                    <a:pt x="2378688" y="2822273"/>
                  </a:lnTo>
                  <a:lnTo>
                    <a:pt x="2442977" y="2848458"/>
                  </a:lnTo>
                  <a:lnTo>
                    <a:pt x="2507273" y="2854328"/>
                  </a:lnTo>
                  <a:lnTo>
                    <a:pt x="2571562" y="2855520"/>
                  </a:lnTo>
                  <a:lnTo>
                    <a:pt x="2603702" y="2855520"/>
                  </a:lnTo>
                  <a:lnTo>
                    <a:pt x="2635850" y="2855520"/>
                  </a:lnTo>
                  <a:lnTo>
                    <a:pt x="3118011" y="2855520"/>
                  </a:lnTo>
                  <a:lnTo>
                    <a:pt x="3150159" y="2855520"/>
                  </a:lnTo>
                </a:path>
                <a:path w="3182620" h="2855595">
                  <a:moveTo>
                    <a:pt x="3150159" y="2855520"/>
                  </a:moveTo>
                  <a:lnTo>
                    <a:pt x="3182300" y="2855520"/>
                  </a:lnTo>
                </a:path>
              </a:pathLst>
            </a:custGeom>
            <a:noFill/>
            <a:ln w="1133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59" name="object 70"/>
          <p:cNvSpPr/>
          <p:nvPr/>
        </p:nvSpPr>
        <p:spPr>
          <a:xfrm>
            <a:off x="313560" y="8199000"/>
            <a:ext cx="2692080" cy="14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840" bIns="0" anchor="t">
            <a:spAutoFit/>
          </a:bodyPr>
          <a:p>
            <a:pPr marL="38160">
              <a:lnSpc>
                <a:spcPts val="2024"/>
              </a:lnSpc>
              <a:spcBef>
                <a:spcPts val="125"/>
              </a:spcBef>
              <a:buNone/>
              <a:tabLst>
                <a:tab algn="l" pos="579600"/>
                <a:tab algn="l" pos="1170360"/>
                <a:tab algn="l" pos="1711800"/>
                <a:tab algn="l" pos="2243520"/>
              </a:tabLst>
            </a:pPr>
            <a:r>
              <a:rPr b="0" lang="en-US" sz="1750" spc="-26" strike="noStrike">
                <a:latin typeface="Symbol"/>
              </a:rPr>
              <a:t></a:t>
            </a:r>
            <a:r>
              <a:rPr b="0" lang="en-US" sz="1750" spc="-26" strike="noStrike">
                <a:latin typeface="Times New Roman"/>
              </a:rPr>
              <a:t>2</a:t>
            </a:r>
            <a:r>
              <a:rPr b="0" lang="en-US" sz="1750" spc="-1" strike="noStrike">
                <a:latin typeface="Times New Roman"/>
              </a:rPr>
              <a:t>	</a:t>
            </a:r>
            <a:r>
              <a:rPr b="0" lang="en-US" sz="1750" spc="-26" strike="noStrike">
                <a:latin typeface="Symbol"/>
              </a:rPr>
              <a:t></a:t>
            </a:r>
            <a:r>
              <a:rPr b="0" lang="en-US" sz="1750" spc="-26" strike="noStrike">
                <a:latin typeface="Times New Roman"/>
              </a:rPr>
              <a:t>1</a:t>
            </a:r>
            <a:r>
              <a:rPr b="0" lang="en-US" sz="1750" spc="-1" strike="noStrike">
                <a:latin typeface="Times New Roman"/>
              </a:rPr>
              <a:t>	</a:t>
            </a:r>
            <a:r>
              <a:rPr b="0" lang="en-US" sz="1750" spc="-52" strike="noStrike">
                <a:latin typeface="Times New Roman"/>
              </a:rPr>
              <a:t>0</a:t>
            </a:r>
            <a:r>
              <a:rPr b="0" lang="en-US" sz="1750" spc="-1" strike="noStrike">
                <a:latin typeface="Times New Roman"/>
              </a:rPr>
              <a:t>	</a:t>
            </a:r>
            <a:r>
              <a:rPr b="0" lang="en-US" sz="1750" spc="-52" strike="noStrike">
                <a:latin typeface="Times New Roman"/>
              </a:rPr>
              <a:t>1</a:t>
            </a:r>
            <a:r>
              <a:rPr b="0" lang="en-US" sz="1750" spc="-1" strike="noStrike">
                <a:latin typeface="Times New Roman"/>
              </a:rPr>
              <a:t>	</a:t>
            </a:r>
            <a:r>
              <a:rPr b="0" lang="en-US" sz="1750" spc="-52" strike="noStrike">
                <a:latin typeface="Times New Roman"/>
              </a:rPr>
              <a:t>2</a:t>
            </a:r>
            <a:endParaRPr b="0" lang="en-US" sz="1750" spc="-1" strike="noStrike">
              <a:latin typeface="Arial"/>
            </a:endParaRPr>
          </a:p>
          <a:p>
            <a:pPr marL="1087200">
              <a:lnSpc>
                <a:spcPts val="3166"/>
              </a:lnSpc>
              <a:buNone/>
              <a:tabLst>
                <a:tab algn="l" pos="1619280"/>
              </a:tabLst>
            </a:pPr>
            <a:r>
              <a:rPr b="0" lang="en-US" sz="2700" spc="389" strike="noStrike">
                <a:latin typeface="Segoe UI Symbol"/>
              </a:rPr>
              <a:t>E</a:t>
            </a:r>
            <a:r>
              <a:rPr b="0" lang="en-US" sz="2850" spc="582" strike="noStrike" baseline="-11000">
                <a:latin typeface="Trebuchet MS"/>
              </a:rPr>
              <a:t>x</a:t>
            </a:r>
            <a:r>
              <a:rPr b="0" lang="en-US" sz="2850" spc="-1" strike="noStrike" baseline="-11000">
                <a:latin typeface="Trebuchet MS"/>
              </a:rPr>
              <a:t>	</a:t>
            </a:r>
            <a:r>
              <a:rPr b="0" lang="en-US" sz="2700" spc="109" strike="noStrike">
                <a:latin typeface="Cambria"/>
              </a:rPr>
              <a:t>(</a:t>
            </a:r>
            <a:r>
              <a:rPr b="0" lang="en-US" sz="2700" spc="109" strike="noStrike">
                <a:latin typeface="Cambria"/>
              </a:rPr>
              <a:t>M</a:t>
            </a:r>
            <a:r>
              <a:rPr b="0" lang="en-US" sz="2700" spc="109" strike="noStrike">
                <a:latin typeface="Cambria"/>
              </a:rPr>
              <a:t>e</a:t>
            </a:r>
            <a:r>
              <a:rPr b="0" lang="en-US" sz="2700" spc="109" strike="noStrike">
                <a:latin typeface="Cambria"/>
              </a:rPr>
              <a:t>V</a:t>
            </a:r>
            <a:r>
              <a:rPr b="0" lang="en-US" sz="2700" spc="109" strike="noStrike">
                <a:latin typeface="Cambria"/>
              </a:rPr>
              <a:t>)</a:t>
            </a:r>
            <a:endParaRPr b="0" lang="en-US" sz="2700" spc="-1" strike="noStrike">
              <a:latin typeface="Arial"/>
            </a:endParaRPr>
          </a:p>
        </p:txBody>
      </p:sp>
      <p:grpSp>
        <p:nvGrpSpPr>
          <p:cNvPr id="260" name="object 71"/>
          <p:cNvGrpSpPr/>
          <p:nvPr/>
        </p:nvGrpSpPr>
        <p:grpSpPr>
          <a:xfrm>
            <a:off x="8732520" y="5236920"/>
            <a:ext cx="4140000" cy="3695400"/>
            <a:chOff x="8732520" y="5236920"/>
            <a:chExt cx="4140000" cy="3695400"/>
          </a:xfrm>
        </p:grpSpPr>
        <p:sp>
          <p:nvSpPr>
            <p:cNvPr id="261" name="object 72"/>
            <p:cNvSpPr/>
            <p:nvPr/>
          </p:nvSpPr>
          <p:spPr>
            <a:xfrm>
              <a:off x="8732520" y="5236920"/>
              <a:ext cx="4140000" cy="3695400"/>
            </a:xfrm>
            <a:custGeom>
              <a:avLst/>
              <a:gdLst/>
              <a:ahLst/>
              <a:rect l="l" t="t" r="r" b="b"/>
              <a:pathLst>
                <a:path w="4140200" h="3695700">
                  <a:moveTo>
                    <a:pt x="4140200" y="0"/>
                  </a:moveTo>
                  <a:lnTo>
                    <a:pt x="0" y="0"/>
                  </a:lnTo>
                  <a:lnTo>
                    <a:pt x="0" y="3695700"/>
                  </a:lnTo>
                  <a:lnTo>
                    <a:pt x="4140200" y="3695700"/>
                  </a:lnTo>
                  <a:lnTo>
                    <a:pt x="41402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2" name="object 73"/>
            <p:cNvSpPr/>
            <p:nvPr/>
          </p:nvSpPr>
          <p:spPr>
            <a:xfrm>
              <a:off x="9581400" y="5243760"/>
              <a:ext cx="3229200" cy="3029760"/>
            </a:xfrm>
            <a:custGeom>
              <a:avLst/>
              <a:gdLst/>
              <a:ahLst/>
              <a:rect l="l" t="t" r="r" b="b"/>
              <a:pathLst>
                <a:path w="3229609" h="3030220">
                  <a:moveTo>
                    <a:pt x="0" y="3029770"/>
                  </a:moveTo>
                  <a:lnTo>
                    <a:pt x="3229237" y="3029770"/>
                  </a:lnTo>
                  <a:lnTo>
                    <a:pt x="3229237" y="0"/>
                  </a:lnTo>
                  <a:lnTo>
                    <a:pt x="0" y="0"/>
                  </a:lnTo>
                  <a:lnTo>
                    <a:pt x="0" y="3029770"/>
                  </a:lnTo>
                  <a:close/>
                </a:path>
              </a:pathLst>
            </a:custGeom>
            <a:noFill/>
            <a:ln w="5691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3" name="object 74"/>
            <p:cNvSpPr/>
            <p:nvPr/>
          </p:nvSpPr>
          <p:spPr>
            <a:xfrm>
              <a:off x="9581400" y="5388120"/>
              <a:ext cx="3229200" cy="2885760"/>
            </a:xfrm>
            <a:custGeom>
              <a:avLst/>
              <a:gdLst/>
              <a:ahLst/>
              <a:rect l="l" t="t" r="r" b="b"/>
              <a:pathLst>
                <a:path w="3229609" h="2886075">
                  <a:moveTo>
                    <a:pt x="0" y="2885492"/>
                  </a:moveTo>
                  <a:lnTo>
                    <a:pt x="0" y="2885492"/>
                  </a:lnTo>
                  <a:lnTo>
                    <a:pt x="26910" y="2885492"/>
                  </a:lnTo>
                  <a:lnTo>
                    <a:pt x="53820" y="2885492"/>
                  </a:lnTo>
                  <a:lnTo>
                    <a:pt x="80730" y="2885492"/>
                  </a:lnTo>
                  <a:lnTo>
                    <a:pt x="107641" y="2885492"/>
                  </a:lnTo>
                  <a:lnTo>
                    <a:pt x="134551" y="2885492"/>
                  </a:lnTo>
                  <a:lnTo>
                    <a:pt x="161461" y="2885492"/>
                  </a:lnTo>
                  <a:lnTo>
                    <a:pt x="188372" y="2885492"/>
                  </a:lnTo>
                  <a:lnTo>
                    <a:pt x="215282" y="2885492"/>
                  </a:lnTo>
                  <a:lnTo>
                    <a:pt x="242192" y="2885492"/>
                  </a:lnTo>
                  <a:lnTo>
                    <a:pt x="269103" y="2885492"/>
                  </a:lnTo>
                  <a:lnTo>
                    <a:pt x="296013" y="2885492"/>
                  </a:lnTo>
                  <a:lnTo>
                    <a:pt x="322923" y="2885492"/>
                  </a:lnTo>
                  <a:lnTo>
                    <a:pt x="349830" y="2885492"/>
                  </a:lnTo>
                  <a:lnTo>
                    <a:pt x="376746" y="2885492"/>
                  </a:lnTo>
                  <a:lnTo>
                    <a:pt x="403654" y="2885492"/>
                  </a:lnTo>
                  <a:lnTo>
                    <a:pt x="430562" y="2885492"/>
                  </a:lnTo>
                  <a:lnTo>
                    <a:pt x="457478" y="2885492"/>
                  </a:lnTo>
                  <a:lnTo>
                    <a:pt x="484387" y="2885492"/>
                  </a:lnTo>
                  <a:lnTo>
                    <a:pt x="511295" y="2885492"/>
                  </a:lnTo>
                  <a:lnTo>
                    <a:pt x="538203" y="2885492"/>
                  </a:lnTo>
                  <a:lnTo>
                    <a:pt x="565119" y="2885492"/>
                  </a:lnTo>
                  <a:lnTo>
                    <a:pt x="592027" y="2885492"/>
                  </a:lnTo>
                  <a:lnTo>
                    <a:pt x="618936" y="2885492"/>
                  </a:lnTo>
                  <a:lnTo>
                    <a:pt x="645844" y="2885492"/>
                  </a:lnTo>
                  <a:lnTo>
                    <a:pt x="672760" y="2885492"/>
                  </a:lnTo>
                  <a:lnTo>
                    <a:pt x="699668" y="2885492"/>
                  </a:lnTo>
                  <a:lnTo>
                    <a:pt x="726576" y="2885492"/>
                  </a:lnTo>
                  <a:lnTo>
                    <a:pt x="753485" y="2885492"/>
                  </a:lnTo>
                  <a:lnTo>
                    <a:pt x="780401" y="2885492"/>
                  </a:lnTo>
                  <a:lnTo>
                    <a:pt x="807309" y="2885492"/>
                  </a:lnTo>
                  <a:lnTo>
                    <a:pt x="834217" y="2885492"/>
                  </a:lnTo>
                  <a:lnTo>
                    <a:pt x="834217" y="2871686"/>
                  </a:lnTo>
                  <a:lnTo>
                    <a:pt x="861133" y="2871686"/>
                  </a:lnTo>
                  <a:lnTo>
                    <a:pt x="861133" y="2775042"/>
                  </a:lnTo>
                  <a:lnTo>
                    <a:pt x="888041" y="2775042"/>
                  </a:lnTo>
                  <a:lnTo>
                    <a:pt x="888041" y="2678399"/>
                  </a:lnTo>
                  <a:lnTo>
                    <a:pt x="914950" y="2678399"/>
                  </a:lnTo>
                  <a:lnTo>
                    <a:pt x="914950" y="2485116"/>
                  </a:lnTo>
                  <a:lnTo>
                    <a:pt x="941858" y="2485116"/>
                  </a:lnTo>
                  <a:lnTo>
                    <a:pt x="941858" y="2098543"/>
                  </a:lnTo>
                  <a:lnTo>
                    <a:pt x="968774" y="2098543"/>
                  </a:lnTo>
                  <a:lnTo>
                    <a:pt x="968774" y="1435844"/>
                  </a:lnTo>
                  <a:lnTo>
                    <a:pt x="995682" y="1435844"/>
                  </a:lnTo>
                  <a:lnTo>
                    <a:pt x="995682" y="786949"/>
                  </a:lnTo>
                  <a:lnTo>
                    <a:pt x="1022590" y="786949"/>
                  </a:lnTo>
                  <a:lnTo>
                    <a:pt x="1022590" y="441793"/>
                  </a:lnTo>
                  <a:lnTo>
                    <a:pt x="1049499" y="441793"/>
                  </a:lnTo>
                  <a:lnTo>
                    <a:pt x="1049499" y="0"/>
                  </a:lnTo>
                  <a:lnTo>
                    <a:pt x="1076415" y="0"/>
                  </a:lnTo>
                  <a:lnTo>
                    <a:pt x="1076415" y="331345"/>
                  </a:lnTo>
                  <a:lnTo>
                    <a:pt x="1103323" y="331345"/>
                  </a:lnTo>
                  <a:lnTo>
                    <a:pt x="1103323" y="179479"/>
                  </a:lnTo>
                  <a:lnTo>
                    <a:pt x="1130231" y="179479"/>
                  </a:lnTo>
                  <a:lnTo>
                    <a:pt x="1130231" y="855981"/>
                  </a:lnTo>
                  <a:lnTo>
                    <a:pt x="1157139" y="855981"/>
                  </a:lnTo>
                  <a:lnTo>
                    <a:pt x="1157139" y="1422034"/>
                  </a:lnTo>
                  <a:lnTo>
                    <a:pt x="1184055" y="1422034"/>
                  </a:lnTo>
                  <a:lnTo>
                    <a:pt x="1184055" y="2043315"/>
                  </a:lnTo>
                  <a:lnTo>
                    <a:pt x="1210964" y="2043315"/>
                  </a:lnTo>
                  <a:lnTo>
                    <a:pt x="1210964" y="2471305"/>
                  </a:lnTo>
                  <a:lnTo>
                    <a:pt x="1237872" y="2471305"/>
                  </a:lnTo>
                  <a:lnTo>
                    <a:pt x="1237872" y="2733625"/>
                  </a:lnTo>
                  <a:lnTo>
                    <a:pt x="1264788" y="2733625"/>
                  </a:lnTo>
                  <a:lnTo>
                    <a:pt x="1264788" y="2761237"/>
                  </a:lnTo>
                  <a:lnTo>
                    <a:pt x="1291696" y="2761237"/>
                  </a:lnTo>
                  <a:lnTo>
                    <a:pt x="1291696" y="2871686"/>
                  </a:lnTo>
                  <a:lnTo>
                    <a:pt x="1318604" y="2871686"/>
                  </a:lnTo>
                  <a:lnTo>
                    <a:pt x="1345513" y="2871686"/>
                  </a:lnTo>
                  <a:lnTo>
                    <a:pt x="1345513" y="2885492"/>
                  </a:lnTo>
                  <a:lnTo>
                    <a:pt x="1372429" y="2885492"/>
                  </a:lnTo>
                  <a:lnTo>
                    <a:pt x="1399337" y="2885492"/>
                  </a:lnTo>
                  <a:lnTo>
                    <a:pt x="1426245" y="2885492"/>
                  </a:lnTo>
                  <a:lnTo>
                    <a:pt x="1453153" y="2885492"/>
                  </a:lnTo>
                  <a:lnTo>
                    <a:pt x="1480069" y="2885492"/>
                  </a:lnTo>
                  <a:lnTo>
                    <a:pt x="1506978" y="2885492"/>
                  </a:lnTo>
                  <a:lnTo>
                    <a:pt x="1533886" y="2885492"/>
                  </a:lnTo>
                  <a:lnTo>
                    <a:pt x="1560794" y="2885492"/>
                  </a:lnTo>
                  <a:lnTo>
                    <a:pt x="1587710" y="2885492"/>
                  </a:lnTo>
                  <a:lnTo>
                    <a:pt x="1614618" y="2885492"/>
                  </a:lnTo>
                  <a:lnTo>
                    <a:pt x="1641527" y="2885492"/>
                  </a:lnTo>
                  <a:lnTo>
                    <a:pt x="1668442" y="2885492"/>
                  </a:lnTo>
                  <a:lnTo>
                    <a:pt x="1695351" y="2885492"/>
                  </a:lnTo>
                  <a:lnTo>
                    <a:pt x="1722259" y="2885492"/>
                  </a:lnTo>
                  <a:lnTo>
                    <a:pt x="1749167" y="2885492"/>
                  </a:lnTo>
                  <a:lnTo>
                    <a:pt x="1776083" y="2885492"/>
                  </a:lnTo>
                  <a:lnTo>
                    <a:pt x="1802992" y="2885492"/>
                  </a:lnTo>
                  <a:lnTo>
                    <a:pt x="1829900" y="2885492"/>
                  </a:lnTo>
                  <a:lnTo>
                    <a:pt x="1856808" y="2885492"/>
                  </a:lnTo>
                  <a:lnTo>
                    <a:pt x="1883724" y="2885492"/>
                  </a:lnTo>
                  <a:lnTo>
                    <a:pt x="1910632" y="2885492"/>
                  </a:lnTo>
                  <a:lnTo>
                    <a:pt x="1937541" y="2885492"/>
                  </a:lnTo>
                  <a:lnTo>
                    <a:pt x="1964456" y="2885492"/>
                  </a:lnTo>
                  <a:lnTo>
                    <a:pt x="1991365" y="2885492"/>
                  </a:lnTo>
                  <a:lnTo>
                    <a:pt x="1991365" y="2816461"/>
                  </a:lnTo>
                  <a:lnTo>
                    <a:pt x="2018273" y="2816461"/>
                  </a:lnTo>
                  <a:lnTo>
                    <a:pt x="2018273" y="2871686"/>
                  </a:lnTo>
                  <a:lnTo>
                    <a:pt x="2045181" y="2871686"/>
                  </a:lnTo>
                  <a:lnTo>
                    <a:pt x="2045181" y="2678399"/>
                  </a:lnTo>
                  <a:lnTo>
                    <a:pt x="2072097" y="2678399"/>
                  </a:lnTo>
                  <a:lnTo>
                    <a:pt x="2072097" y="2692202"/>
                  </a:lnTo>
                  <a:lnTo>
                    <a:pt x="2099005" y="2692202"/>
                  </a:lnTo>
                  <a:lnTo>
                    <a:pt x="2099005" y="2485116"/>
                  </a:lnTo>
                  <a:lnTo>
                    <a:pt x="2125914" y="2485116"/>
                  </a:lnTo>
                  <a:lnTo>
                    <a:pt x="2125914" y="1974283"/>
                  </a:lnTo>
                  <a:lnTo>
                    <a:pt x="2152822" y="1974283"/>
                  </a:lnTo>
                  <a:lnTo>
                    <a:pt x="2152822" y="1836221"/>
                  </a:lnTo>
                  <a:lnTo>
                    <a:pt x="2179738" y="1836221"/>
                  </a:lnTo>
                  <a:lnTo>
                    <a:pt x="2179738" y="1711969"/>
                  </a:lnTo>
                  <a:lnTo>
                    <a:pt x="2206646" y="1711969"/>
                  </a:lnTo>
                  <a:lnTo>
                    <a:pt x="2206646" y="1808607"/>
                  </a:lnTo>
                  <a:lnTo>
                    <a:pt x="2233555" y="1808607"/>
                  </a:lnTo>
                  <a:lnTo>
                    <a:pt x="2233555" y="2001897"/>
                  </a:lnTo>
                  <a:lnTo>
                    <a:pt x="2260463" y="2001897"/>
                  </a:lnTo>
                  <a:lnTo>
                    <a:pt x="2260463" y="1960480"/>
                  </a:lnTo>
                  <a:lnTo>
                    <a:pt x="2287379" y="1960480"/>
                  </a:lnTo>
                  <a:lnTo>
                    <a:pt x="2287379" y="2402274"/>
                  </a:lnTo>
                  <a:lnTo>
                    <a:pt x="2314287" y="2402274"/>
                  </a:lnTo>
                  <a:lnTo>
                    <a:pt x="2314287" y="2567950"/>
                  </a:lnTo>
                  <a:lnTo>
                    <a:pt x="2341195" y="2567950"/>
                  </a:lnTo>
                  <a:lnTo>
                    <a:pt x="2341195" y="2664596"/>
                  </a:lnTo>
                  <a:lnTo>
                    <a:pt x="2368111" y="2664596"/>
                  </a:lnTo>
                  <a:lnTo>
                    <a:pt x="2368111" y="2857880"/>
                  </a:lnTo>
                  <a:lnTo>
                    <a:pt x="2395019" y="2857880"/>
                  </a:lnTo>
                  <a:lnTo>
                    <a:pt x="2395019" y="2706013"/>
                  </a:lnTo>
                  <a:lnTo>
                    <a:pt x="2421928" y="2706013"/>
                  </a:lnTo>
                  <a:lnTo>
                    <a:pt x="2421928" y="2775042"/>
                  </a:lnTo>
                  <a:lnTo>
                    <a:pt x="2448836" y="2775042"/>
                  </a:lnTo>
                  <a:lnTo>
                    <a:pt x="2448836" y="2540336"/>
                  </a:lnTo>
                  <a:lnTo>
                    <a:pt x="2475752" y="2540336"/>
                  </a:lnTo>
                  <a:lnTo>
                    <a:pt x="2475752" y="2374660"/>
                  </a:lnTo>
                  <a:lnTo>
                    <a:pt x="2502660" y="2374660"/>
                  </a:lnTo>
                  <a:lnTo>
                    <a:pt x="2502660" y="2347053"/>
                  </a:lnTo>
                  <a:lnTo>
                    <a:pt x="2529568" y="2347053"/>
                  </a:lnTo>
                  <a:lnTo>
                    <a:pt x="2529568" y="1960480"/>
                  </a:lnTo>
                  <a:lnTo>
                    <a:pt x="2556477" y="1960480"/>
                  </a:lnTo>
                  <a:lnTo>
                    <a:pt x="2556477" y="1573907"/>
                  </a:lnTo>
                  <a:lnTo>
                    <a:pt x="2583393" y="1573907"/>
                  </a:lnTo>
                  <a:lnTo>
                    <a:pt x="2583393" y="1711969"/>
                  </a:lnTo>
                  <a:lnTo>
                    <a:pt x="2610301" y="1711969"/>
                  </a:lnTo>
                  <a:lnTo>
                    <a:pt x="2610301" y="1932866"/>
                  </a:lnTo>
                  <a:lnTo>
                    <a:pt x="2637209" y="1932866"/>
                  </a:lnTo>
                  <a:lnTo>
                    <a:pt x="2637209" y="2236605"/>
                  </a:lnTo>
                  <a:lnTo>
                    <a:pt x="2664118" y="2236605"/>
                  </a:lnTo>
                  <a:lnTo>
                    <a:pt x="2664118" y="2374660"/>
                  </a:lnTo>
                  <a:lnTo>
                    <a:pt x="2691033" y="2374660"/>
                  </a:lnTo>
                  <a:lnTo>
                    <a:pt x="2691033" y="2485116"/>
                  </a:lnTo>
                  <a:lnTo>
                    <a:pt x="2717942" y="2485116"/>
                  </a:lnTo>
                  <a:lnTo>
                    <a:pt x="2717942" y="2623178"/>
                  </a:lnTo>
                  <a:lnTo>
                    <a:pt x="2744850" y="2623178"/>
                  </a:lnTo>
                  <a:lnTo>
                    <a:pt x="2744850" y="2830267"/>
                  </a:lnTo>
                  <a:lnTo>
                    <a:pt x="2771766" y="2830267"/>
                  </a:lnTo>
                  <a:lnTo>
                    <a:pt x="2798674" y="2830267"/>
                  </a:lnTo>
                  <a:lnTo>
                    <a:pt x="2798674" y="2885492"/>
                  </a:lnTo>
                  <a:lnTo>
                    <a:pt x="2825582" y="2885492"/>
                  </a:lnTo>
                  <a:lnTo>
                    <a:pt x="2852491" y="2885492"/>
                  </a:lnTo>
                  <a:lnTo>
                    <a:pt x="2879407" y="2885492"/>
                  </a:lnTo>
                  <a:lnTo>
                    <a:pt x="2906315" y="2885492"/>
                  </a:lnTo>
                  <a:lnTo>
                    <a:pt x="2933223" y="2885492"/>
                  </a:lnTo>
                  <a:lnTo>
                    <a:pt x="2960131" y="2885492"/>
                  </a:lnTo>
                  <a:lnTo>
                    <a:pt x="2987047" y="2885492"/>
                  </a:lnTo>
                  <a:lnTo>
                    <a:pt x="3013956" y="2885492"/>
                  </a:lnTo>
                  <a:lnTo>
                    <a:pt x="3040864" y="2885492"/>
                  </a:lnTo>
                  <a:lnTo>
                    <a:pt x="3067772" y="2885492"/>
                  </a:lnTo>
                  <a:lnTo>
                    <a:pt x="3094688" y="2885492"/>
                  </a:lnTo>
                  <a:lnTo>
                    <a:pt x="3121596" y="2885492"/>
                  </a:lnTo>
                  <a:lnTo>
                    <a:pt x="3148505" y="2885492"/>
                  </a:lnTo>
                  <a:lnTo>
                    <a:pt x="3175421" y="2885492"/>
                  </a:lnTo>
                  <a:lnTo>
                    <a:pt x="3202329" y="2885492"/>
                  </a:lnTo>
                  <a:lnTo>
                    <a:pt x="3229237" y="2885492"/>
                  </a:lnTo>
                </a:path>
              </a:pathLst>
            </a:custGeom>
            <a:noFill/>
            <a:ln w="11382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4" name="object 75"/>
            <p:cNvSpPr/>
            <p:nvPr/>
          </p:nvSpPr>
          <p:spPr>
            <a:xfrm>
              <a:off x="9581400" y="8182440"/>
              <a:ext cx="3229200" cy="91080"/>
            </a:xfrm>
            <a:custGeom>
              <a:avLst/>
              <a:gdLst/>
              <a:ahLst/>
              <a:rect l="l" t="t" r="r" b="b"/>
              <a:pathLst>
                <a:path w="3229609" h="91440">
                  <a:moveTo>
                    <a:pt x="0" y="90928"/>
                  </a:moveTo>
                  <a:lnTo>
                    <a:pt x="3229237" y="90928"/>
                  </a:lnTo>
                </a:path>
                <a:path w="3229609" h="91440">
                  <a:moveTo>
                    <a:pt x="0" y="0"/>
                  </a:moveTo>
                  <a:lnTo>
                    <a:pt x="0" y="90928"/>
                  </a:lnTo>
                </a:path>
                <a:path w="3229609" h="91440">
                  <a:moveTo>
                    <a:pt x="107641" y="45464"/>
                  </a:moveTo>
                  <a:lnTo>
                    <a:pt x="107641" y="90928"/>
                  </a:lnTo>
                </a:path>
                <a:path w="3229609" h="91440">
                  <a:moveTo>
                    <a:pt x="215282" y="45464"/>
                  </a:moveTo>
                  <a:lnTo>
                    <a:pt x="215282" y="90928"/>
                  </a:lnTo>
                </a:path>
                <a:path w="3229609" h="91440">
                  <a:moveTo>
                    <a:pt x="322923" y="45464"/>
                  </a:moveTo>
                  <a:lnTo>
                    <a:pt x="322923" y="90928"/>
                  </a:lnTo>
                </a:path>
                <a:path w="3229609" h="91440">
                  <a:moveTo>
                    <a:pt x="430562" y="45464"/>
                  </a:moveTo>
                  <a:lnTo>
                    <a:pt x="430562" y="90928"/>
                  </a:lnTo>
                </a:path>
                <a:path w="3229609" h="91440">
                  <a:moveTo>
                    <a:pt x="538203" y="0"/>
                  </a:moveTo>
                  <a:lnTo>
                    <a:pt x="538203" y="90928"/>
                  </a:lnTo>
                </a:path>
                <a:path w="3229609" h="91440">
                  <a:moveTo>
                    <a:pt x="645844" y="45464"/>
                  </a:moveTo>
                  <a:lnTo>
                    <a:pt x="645844" y="90928"/>
                  </a:lnTo>
                </a:path>
                <a:path w="3229609" h="91440">
                  <a:moveTo>
                    <a:pt x="753485" y="45464"/>
                  </a:moveTo>
                  <a:lnTo>
                    <a:pt x="753485" y="90928"/>
                  </a:lnTo>
                </a:path>
                <a:path w="3229609" h="91440">
                  <a:moveTo>
                    <a:pt x="861133" y="45464"/>
                  </a:moveTo>
                  <a:lnTo>
                    <a:pt x="861133" y="90928"/>
                  </a:lnTo>
                </a:path>
                <a:path w="3229609" h="91440">
                  <a:moveTo>
                    <a:pt x="968774" y="45464"/>
                  </a:moveTo>
                  <a:lnTo>
                    <a:pt x="968774" y="90928"/>
                  </a:lnTo>
                </a:path>
                <a:path w="3229609" h="91440">
                  <a:moveTo>
                    <a:pt x="1076415" y="0"/>
                  </a:moveTo>
                  <a:lnTo>
                    <a:pt x="1076415" y="90928"/>
                  </a:lnTo>
                </a:path>
                <a:path w="3229609" h="91440">
                  <a:moveTo>
                    <a:pt x="1184055" y="45464"/>
                  </a:moveTo>
                  <a:lnTo>
                    <a:pt x="1184055" y="90928"/>
                  </a:lnTo>
                </a:path>
                <a:path w="3229609" h="91440">
                  <a:moveTo>
                    <a:pt x="1291696" y="45464"/>
                  </a:moveTo>
                  <a:lnTo>
                    <a:pt x="1291696" y="90928"/>
                  </a:lnTo>
                </a:path>
                <a:path w="3229609" h="91440">
                  <a:moveTo>
                    <a:pt x="1399337" y="45464"/>
                  </a:moveTo>
                  <a:lnTo>
                    <a:pt x="1399337" y="90928"/>
                  </a:lnTo>
                </a:path>
                <a:path w="3229609" h="91440">
                  <a:moveTo>
                    <a:pt x="1506978" y="45464"/>
                  </a:moveTo>
                  <a:lnTo>
                    <a:pt x="1506978" y="90928"/>
                  </a:lnTo>
                </a:path>
                <a:path w="3229609" h="91440">
                  <a:moveTo>
                    <a:pt x="1614618" y="0"/>
                  </a:moveTo>
                  <a:lnTo>
                    <a:pt x="1614618" y="90928"/>
                  </a:lnTo>
                </a:path>
                <a:path w="3229609" h="91440">
                  <a:moveTo>
                    <a:pt x="1722259" y="45464"/>
                  </a:moveTo>
                  <a:lnTo>
                    <a:pt x="1722259" y="90928"/>
                  </a:lnTo>
                </a:path>
                <a:path w="3229609" h="91440">
                  <a:moveTo>
                    <a:pt x="1829900" y="45464"/>
                  </a:moveTo>
                  <a:lnTo>
                    <a:pt x="1829900" y="90928"/>
                  </a:lnTo>
                </a:path>
                <a:path w="3229609" h="91440">
                  <a:moveTo>
                    <a:pt x="1937541" y="45464"/>
                  </a:moveTo>
                  <a:lnTo>
                    <a:pt x="1937541" y="90928"/>
                  </a:lnTo>
                </a:path>
                <a:path w="3229609" h="91440">
                  <a:moveTo>
                    <a:pt x="2045181" y="45464"/>
                  </a:moveTo>
                  <a:lnTo>
                    <a:pt x="2045181" y="90928"/>
                  </a:lnTo>
                </a:path>
                <a:path w="3229609" h="91440">
                  <a:moveTo>
                    <a:pt x="2152822" y="0"/>
                  </a:moveTo>
                  <a:lnTo>
                    <a:pt x="2152822" y="90928"/>
                  </a:lnTo>
                </a:path>
                <a:path w="3229609" h="91440">
                  <a:moveTo>
                    <a:pt x="2260463" y="45464"/>
                  </a:moveTo>
                  <a:lnTo>
                    <a:pt x="2260463" y="90928"/>
                  </a:lnTo>
                </a:path>
                <a:path w="3229609" h="91440">
                  <a:moveTo>
                    <a:pt x="2368111" y="45464"/>
                  </a:moveTo>
                  <a:lnTo>
                    <a:pt x="2368111" y="90928"/>
                  </a:lnTo>
                </a:path>
                <a:path w="3229609" h="91440">
                  <a:moveTo>
                    <a:pt x="2475752" y="45464"/>
                  </a:moveTo>
                  <a:lnTo>
                    <a:pt x="2475752" y="90928"/>
                  </a:lnTo>
                </a:path>
                <a:path w="3229609" h="91440">
                  <a:moveTo>
                    <a:pt x="2583393" y="45464"/>
                  </a:moveTo>
                  <a:lnTo>
                    <a:pt x="2583393" y="90928"/>
                  </a:lnTo>
                </a:path>
                <a:path w="3229609" h="91440">
                  <a:moveTo>
                    <a:pt x="2691033" y="0"/>
                  </a:moveTo>
                  <a:lnTo>
                    <a:pt x="2691033" y="90928"/>
                  </a:lnTo>
                </a:path>
                <a:path w="3229609" h="91440">
                  <a:moveTo>
                    <a:pt x="2798674" y="45464"/>
                  </a:moveTo>
                  <a:lnTo>
                    <a:pt x="2798674" y="90928"/>
                  </a:lnTo>
                </a:path>
                <a:path w="3229609" h="91440">
                  <a:moveTo>
                    <a:pt x="2906315" y="45464"/>
                  </a:moveTo>
                  <a:lnTo>
                    <a:pt x="2906315" y="90928"/>
                  </a:lnTo>
                </a:path>
                <a:path w="3229609" h="91440">
                  <a:moveTo>
                    <a:pt x="3013956" y="45464"/>
                  </a:moveTo>
                  <a:lnTo>
                    <a:pt x="3013956" y="90928"/>
                  </a:lnTo>
                </a:path>
                <a:path w="3229609" h="91440">
                  <a:moveTo>
                    <a:pt x="3121596" y="45464"/>
                  </a:moveTo>
                  <a:lnTo>
                    <a:pt x="3121596" y="90928"/>
                  </a:lnTo>
                </a:path>
                <a:path w="3229609" h="91440">
                  <a:moveTo>
                    <a:pt x="3229237" y="0"/>
                  </a:moveTo>
                  <a:lnTo>
                    <a:pt x="3229237" y="90928"/>
                  </a:lnTo>
                </a:path>
              </a:pathLst>
            </a:custGeom>
            <a:noFill/>
            <a:ln w="5691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65" name="object 76"/>
          <p:cNvSpPr/>
          <p:nvPr/>
        </p:nvSpPr>
        <p:spPr>
          <a:xfrm>
            <a:off x="9450000" y="8244720"/>
            <a:ext cx="289332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 anchor="t">
            <a:spAutoFit/>
          </a:bodyPr>
          <a:p>
            <a:pPr marL="12600">
              <a:lnSpc>
                <a:spcPct val="100000"/>
              </a:lnSpc>
              <a:spcBef>
                <a:spcPts val="130"/>
              </a:spcBef>
              <a:buNone/>
              <a:tabLst>
                <a:tab algn="l" pos="556920"/>
                <a:tab algn="l" pos="1149840"/>
                <a:tab algn="l" pos="1694160"/>
                <a:tab algn="l" pos="2228040"/>
                <a:tab algn="l" pos="2767320"/>
              </a:tabLst>
            </a:pPr>
            <a:r>
              <a:rPr b="0" lang="en-US" sz="1750" spc="-26" strike="noStrike">
                <a:latin typeface="Symbol"/>
              </a:rPr>
              <a:t></a:t>
            </a:r>
            <a:r>
              <a:rPr b="0" lang="en-US" sz="1750" spc="-26" strike="noStrike">
                <a:latin typeface="Times New Roman"/>
              </a:rPr>
              <a:t>2</a:t>
            </a:r>
            <a:r>
              <a:rPr b="0" lang="en-US" sz="1750" spc="-1" strike="noStrike">
                <a:latin typeface="Times New Roman"/>
              </a:rPr>
              <a:t>	</a:t>
            </a:r>
            <a:r>
              <a:rPr b="0" lang="en-US" sz="1750" spc="-26" strike="noStrike">
                <a:latin typeface="Symbol"/>
              </a:rPr>
              <a:t></a:t>
            </a:r>
            <a:r>
              <a:rPr b="0" lang="en-US" sz="1750" spc="-26" strike="noStrike">
                <a:latin typeface="Times New Roman"/>
              </a:rPr>
              <a:t>1</a:t>
            </a:r>
            <a:r>
              <a:rPr b="0" lang="en-US" sz="1750" spc="-1" strike="noStrike">
                <a:latin typeface="Times New Roman"/>
              </a:rPr>
              <a:t>	</a:t>
            </a:r>
            <a:r>
              <a:rPr b="0" lang="en-US" sz="1750" spc="-60" strike="noStrike">
                <a:latin typeface="Times New Roman"/>
              </a:rPr>
              <a:t>0</a:t>
            </a:r>
            <a:r>
              <a:rPr b="0" lang="en-US" sz="1750" spc="-1" strike="noStrike">
                <a:latin typeface="Times New Roman"/>
              </a:rPr>
              <a:t>	</a:t>
            </a:r>
            <a:r>
              <a:rPr b="0" lang="en-US" sz="1750" spc="-52" strike="noStrike">
                <a:latin typeface="Times New Roman"/>
              </a:rPr>
              <a:t>1</a:t>
            </a:r>
            <a:r>
              <a:rPr b="0" lang="en-US" sz="1750" spc="-1" strike="noStrike">
                <a:latin typeface="Times New Roman"/>
              </a:rPr>
              <a:t>	</a:t>
            </a:r>
            <a:r>
              <a:rPr b="0" lang="en-US" sz="1750" spc="-52" strike="noStrike">
                <a:latin typeface="Times New Roman"/>
              </a:rPr>
              <a:t>2</a:t>
            </a:r>
            <a:r>
              <a:rPr b="0" lang="en-US" sz="1750" spc="-1" strike="noStrike">
                <a:latin typeface="Times New Roman"/>
              </a:rPr>
              <a:t>	</a:t>
            </a:r>
            <a:r>
              <a:rPr b="0" lang="en-US" sz="1750" spc="-52" strike="noStrike">
                <a:latin typeface="Times New Roman"/>
              </a:rPr>
              <a:t>3</a:t>
            </a:r>
            <a:endParaRPr b="0" lang="en-US" sz="1750" spc="-1" strike="noStrike">
              <a:latin typeface="Arial"/>
            </a:endParaRPr>
          </a:p>
        </p:txBody>
      </p:sp>
      <p:sp>
        <p:nvSpPr>
          <p:cNvPr id="266" name="object 77"/>
          <p:cNvSpPr/>
          <p:nvPr/>
        </p:nvSpPr>
        <p:spPr>
          <a:xfrm>
            <a:off x="12744000" y="8244720"/>
            <a:ext cx="13860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 anchor="t">
            <a:spAutoFit/>
          </a:bodyPr>
          <a:p>
            <a:pPr marL="12600">
              <a:lnSpc>
                <a:spcPct val="100000"/>
              </a:lnSpc>
              <a:spcBef>
                <a:spcPts val="130"/>
              </a:spcBef>
              <a:buNone/>
            </a:pPr>
            <a:r>
              <a:rPr b="0" lang="en-US" sz="1750" spc="-52" strike="noStrike">
                <a:latin typeface="Times New Roman"/>
              </a:rPr>
              <a:t>4</a:t>
            </a:r>
            <a:endParaRPr b="0" lang="en-US" sz="1750" spc="-1" strike="noStrike">
              <a:latin typeface="Arial"/>
            </a:endParaRPr>
          </a:p>
        </p:txBody>
      </p:sp>
      <p:sp>
        <p:nvSpPr>
          <p:cNvPr id="267" name="object 78"/>
          <p:cNvSpPr/>
          <p:nvPr/>
        </p:nvSpPr>
        <p:spPr>
          <a:xfrm>
            <a:off x="9581400" y="5243760"/>
            <a:ext cx="96840" cy="3029760"/>
          </a:xfrm>
          <a:custGeom>
            <a:avLst/>
            <a:gdLst/>
            <a:ahLst/>
            <a:rect l="l" t="t" r="r" b="b"/>
            <a:pathLst>
              <a:path w="97154" h="3030220">
                <a:moveTo>
                  <a:pt x="0" y="3029770"/>
                </a:moveTo>
                <a:lnTo>
                  <a:pt x="0" y="0"/>
                </a:lnTo>
              </a:path>
              <a:path w="97154" h="3030220">
                <a:moveTo>
                  <a:pt x="96839" y="3029770"/>
                </a:moveTo>
                <a:lnTo>
                  <a:pt x="0" y="3029770"/>
                </a:lnTo>
              </a:path>
              <a:path w="97154" h="3030220">
                <a:moveTo>
                  <a:pt x="48419" y="2891708"/>
                </a:moveTo>
                <a:lnTo>
                  <a:pt x="0" y="2891708"/>
                </a:lnTo>
              </a:path>
              <a:path w="97154" h="3030220">
                <a:moveTo>
                  <a:pt x="48419" y="2753645"/>
                </a:moveTo>
                <a:lnTo>
                  <a:pt x="0" y="2753645"/>
                </a:lnTo>
              </a:path>
              <a:path w="97154" h="3030220">
                <a:moveTo>
                  <a:pt x="48419" y="2615582"/>
                </a:moveTo>
                <a:lnTo>
                  <a:pt x="0" y="2615582"/>
                </a:lnTo>
              </a:path>
              <a:path w="97154" h="3030220">
                <a:moveTo>
                  <a:pt x="48419" y="2477520"/>
                </a:moveTo>
                <a:lnTo>
                  <a:pt x="0" y="2477520"/>
                </a:lnTo>
              </a:path>
              <a:path w="97154" h="3030220">
                <a:moveTo>
                  <a:pt x="96839" y="2339458"/>
                </a:moveTo>
                <a:lnTo>
                  <a:pt x="0" y="2339458"/>
                </a:lnTo>
              </a:path>
              <a:path w="97154" h="3030220">
                <a:moveTo>
                  <a:pt x="48419" y="2201395"/>
                </a:moveTo>
                <a:lnTo>
                  <a:pt x="0" y="2201395"/>
                </a:lnTo>
              </a:path>
              <a:path w="97154" h="3030220">
                <a:moveTo>
                  <a:pt x="48419" y="2063333"/>
                </a:moveTo>
                <a:lnTo>
                  <a:pt x="0" y="2063333"/>
                </a:lnTo>
              </a:path>
              <a:path w="97154" h="3030220">
                <a:moveTo>
                  <a:pt x="48419" y="1925278"/>
                </a:moveTo>
                <a:lnTo>
                  <a:pt x="0" y="1925278"/>
                </a:lnTo>
              </a:path>
              <a:path w="97154" h="3030220">
                <a:moveTo>
                  <a:pt x="48419" y="1787215"/>
                </a:moveTo>
                <a:lnTo>
                  <a:pt x="0" y="1787215"/>
                </a:lnTo>
              </a:path>
              <a:path w="97154" h="3030220">
                <a:moveTo>
                  <a:pt x="96839" y="1649153"/>
                </a:moveTo>
                <a:lnTo>
                  <a:pt x="0" y="1649153"/>
                </a:lnTo>
              </a:path>
              <a:path w="97154" h="3030220">
                <a:moveTo>
                  <a:pt x="48419" y="1511090"/>
                </a:moveTo>
                <a:lnTo>
                  <a:pt x="0" y="1511090"/>
                </a:lnTo>
              </a:path>
              <a:path w="97154" h="3030220">
                <a:moveTo>
                  <a:pt x="48419" y="1373028"/>
                </a:moveTo>
                <a:lnTo>
                  <a:pt x="0" y="1373028"/>
                </a:lnTo>
              </a:path>
              <a:path w="97154" h="3030220">
                <a:moveTo>
                  <a:pt x="48419" y="1234966"/>
                </a:moveTo>
                <a:lnTo>
                  <a:pt x="0" y="1234966"/>
                </a:lnTo>
              </a:path>
              <a:path w="97154" h="3030220">
                <a:moveTo>
                  <a:pt x="48419" y="1096903"/>
                </a:moveTo>
                <a:lnTo>
                  <a:pt x="0" y="1096903"/>
                </a:lnTo>
              </a:path>
              <a:path w="97154" h="3030220">
                <a:moveTo>
                  <a:pt x="96839" y="958841"/>
                </a:moveTo>
                <a:lnTo>
                  <a:pt x="0" y="958841"/>
                </a:lnTo>
              </a:path>
              <a:path w="97154" h="3030220">
                <a:moveTo>
                  <a:pt x="48419" y="820778"/>
                </a:moveTo>
                <a:lnTo>
                  <a:pt x="0" y="820778"/>
                </a:lnTo>
              </a:path>
              <a:path w="97154" h="3030220">
                <a:moveTo>
                  <a:pt x="48419" y="682716"/>
                </a:moveTo>
                <a:lnTo>
                  <a:pt x="0" y="682716"/>
                </a:lnTo>
              </a:path>
              <a:path w="97154" h="3030220">
                <a:moveTo>
                  <a:pt x="48419" y="544653"/>
                </a:moveTo>
                <a:lnTo>
                  <a:pt x="0" y="544653"/>
                </a:lnTo>
              </a:path>
              <a:path w="97154" h="3030220">
                <a:moveTo>
                  <a:pt x="48419" y="406591"/>
                </a:moveTo>
                <a:lnTo>
                  <a:pt x="0" y="406591"/>
                </a:lnTo>
              </a:path>
              <a:path w="97154" h="3030220">
                <a:moveTo>
                  <a:pt x="96839" y="268528"/>
                </a:moveTo>
                <a:lnTo>
                  <a:pt x="0" y="268528"/>
                </a:lnTo>
              </a:path>
              <a:path w="97154" h="3030220">
                <a:moveTo>
                  <a:pt x="96839" y="268528"/>
                </a:moveTo>
                <a:lnTo>
                  <a:pt x="0" y="268528"/>
                </a:lnTo>
              </a:path>
              <a:path w="97154" h="3030220">
                <a:moveTo>
                  <a:pt x="48419" y="130466"/>
                </a:moveTo>
                <a:lnTo>
                  <a:pt x="0" y="130466"/>
                </a:lnTo>
              </a:path>
            </a:pathLst>
          </a:custGeom>
          <a:noFill/>
          <a:ln w="5691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object 79"/>
          <p:cNvSpPr/>
          <p:nvPr/>
        </p:nvSpPr>
        <p:spPr>
          <a:xfrm>
            <a:off x="9439200" y="8115120"/>
            <a:ext cx="13860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 anchor="t">
            <a:spAutoFit/>
          </a:bodyPr>
          <a:p>
            <a:pPr marL="12600">
              <a:lnSpc>
                <a:spcPct val="100000"/>
              </a:lnSpc>
              <a:spcBef>
                <a:spcPts val="130"/>
              </a:spcBef>
              <a:buNone/>
            </a:pPr>
            <a:r>
              <a:rPr b="0" lang="en-US" sz="1750" spc="-52" strike="noStrike">
                <a:latin typeface="Times New Roman"/>
              </a:rPr>
              <a:t>0</a:t>
            </a:r>
            <a:endParaRPr b="0" lang="en-US" sz="1750" spc="-1" strike="noStrike">
              <a:latin typeface="Arial"/>
            </a:endParaRPr>
          </a:p>
        </p:txBody>
      </p:sp>
      <p:sp>
        <p:nvSpPr>
          <p:cNvPr id="269" name="object 80"/>
          <p:cNvSpPr/>
          <p:nvPr/>
        </p:nvSpPr>
        <p:spPr>
          <a:xfrm>
            <a:off x="9326160" y="7419600"/>
            <a:ext cx="25164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 anchor="t">
            <a:spAutoFit/>
          </a:bodyPr>
          <a:p>
            <a:pPr marL="12600">
              <a:lnSpc>
                <a:spcPct val="100000"/>
              </a:lnSpc>
              <a:spcBef>
                <a:spcPts val="130"/>
              </a:spcBef>
              <a:buNone/>
            </a:pPr>
            <a:r>
              <a:rPr b="0" lang="en-US" sz="1750" spc="-26" strike="noStrike">
                <a:latin typeface="Times New Roman"/>
              </a:rPr>
              <a:t>50</a:t>
            </a:r>
            <a:endParaRPr b="0" lang="en-US" sz="1750" spc="-1" strike="noStrike">
              <a:latin typeface="Arial"/>
            </a:endParaRPr>
          </a:p>
        </p:txBody>
      </p:sp>
      <p:sp>
        <p:nvSpPr>
          <p:cNvPr id="270" name="object 81"/>
          <p:cNvSpPr/>
          <p:nvPr/>
        </p:nvSpPr>
        <p:spPr>
          <a:xfrm>
            <a:off x="9212760" y="6729840"/>
            <a:ext cx="36468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 anchor="t">
            <a:spAutoFit/>
          </a:bodyPr>
          <a:p>
            <a:pPr marL="12600">
              <a:lnSpc>
                <a:spcPct val="100000"/>
              </a:lnSpc>
              <a:spcBef>
                <a:spcPts val="130"/>
              </a:spcBef>
              <a:buNone/>
            </a:pPr>
            <a:r>
              <a:rPr b="0" lang="en-US" sz="1750" spc="-26" strike="noStrike">
                <a:latin typeface="Times New Roman"/>
              </a:rPr>
              <a:t>100</a:t>
            </a:r>
            <a:endParaRPr b="0" lang="en-US" sz="1750" spc="-1" strike="noStrike">
              <a:latin typeface="Arial"/>
            </a:endParaRPr>
          </a:p>
        </p:txBody>
      </p:sp>
      <p:sp>
        <p:nvSpPr>
          <p:cNvPr id="271" name="object 82"/>
          <p:cNvSpPr/>
          <p:nvPr/>
        </p:nvSpPr>
        <p:spPr>
          <a:xfrm>
            <a:off x="9212760" y="6039720"/>
            <a:ext cx="36468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 anchor="t">
            <a:spAutoFit/>
          </a:bodyPr>
          <a:p>
            <a:pPr marL="12600">
              <a:lnSpc>
                <a:spcPct val="100000"/>
              </a:lnSpc>
              <a:spcBef>
                <a:spcPts val="130"/>
              </a:spcBef>
              <a:buNone/>
            </a:pPr>
            <a:r>
              <a:rPr b="0" lang="en-US" sz="1750" spc="-26" strike="noStrike">
                <a:latin typeface="Times New Roman"/>
              </a:rPr>
              <a:t>150</a:t>
            </a:r>
            <a:endParaRPr b="0" lang="en-US" sz="1750" spc="-1" strike="noStrike">
              <a:latin typeface="Arial"/>
            </a:endParaRPr>
          </a:p>
        </p:txBody>
      </p:sp>
      <p:sp>
        <p:nvSpPr>
          <p:cNvPr id="272" name="object 83"/>
          <p:cNvSpPr/>
          <p:nvPr/>
        </p:nvSpPr>
        <p:spPr>
          <a:xfrm>
            <a:off x="9212760" y="5349600"/>
            <a:ext cx="36468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560" bIns="0" anchor="t">
            <a:spAutoFit/>
          </a:bodyPr>
          <a:p>
            <a:pPr marL="12600">
              <a:lnSpc>
                <a:spcPct val="100000"/>
              </a:lnSpc>
              <a:spcBef>
                <a:spcPts val="130"/>
              </a:spcBef>
              <a:buNone/>
            </a:pPr>
            <a:r>
              <a:rPr b="0" lang="en-US" sz="1750" spc="-26" strike="noStrike">
                <a:latin typeface="Times New Roman"/>
              </a:rPr>
              <a:t>200</a:t>
            </a:r>
            <a:endParaRPr b="0" lang="en-US" sz="1750" spc="-1" strike="noStrike">
              <a:latin typeface="Arial"/>
            </a:endParaRPr>
          </a:p>
        </p:txBody>
      </p:sp>
      <p:grpSp>
        <p:nvGrpSpPr>
          <p:cNvPr id="273" name="object 84"/>
          <p:cNvGrpSpPr/>
          <p:nvPr/>
        </p:nvGrpSpPr>
        <p:grpSpPr>
          <a:xfrm>
            <a:off x="1859400" y="4342320"/>
            <a:ext cx="10951200" cy="3931200"/>
            <a:chOff x="1859400" y="4342320"/>
            <a:chExt cx="10951200" cy="3931200"/>
          </a:xfrm>
        </p:grpSpPr>
        <p:sp>
          <p:nvSpPr>
            <p:cNvPr id="274" name="object 85"/>
            <p:cNvSpPr/>
            <p:nvPr/>
          </p:nvSpPr>
          <p:spPr>
            <a:xfrm>
              <a:off x="9581400" y="7224120"/>
              <a:ext cx="3229200" cy="1049400"/>
            </a:xfrm>
            <a:custGeom>
              <a:avLst/>
              <a:gdLst/>
              <a:ahLst/>
              <a:rect l="l" t="t" r="r" b="b"/>
              <a:pathLst>
                <a:path w="3229609" h="1049654">
                  <a:moveTo>
                    <a:pt x="0" y="1049271"/>
                  </a:moveTo>
                  <a:lnTo>
                    <a:pt x="0" y="1049271"/>
                  </a:lnTo>
                  <a:lnTo>
                    <a:pt x="26910" y="1049271"/>
                  </a:lnTo>
                  <a:lnTo>
                    <a:pt x="53820" y="1049271"/>
                  </a:lnTo>
                  <a:lnTo>
                    <a:pt x="80730" y="1049271"/>
                  </a:lnTo>
                  <a:lnTo>
                    <a:pt x="107641" y="1049271"/>
                  </a:lnTo>
                  <a:lnTo>
                    <a:pt x="134551" y="1049271"/>
                  </a:lnTo>
                  <a:lnTo>
                    <a:pt x="161461" y="1049271"/>
                  </a:lnTo>
                  <a:lnTo>
                    <a:pt x="188372" y="1049271"/>
                  </a:lnTo>
                  <a:lnTo>
                    <a:pt x="188372" y="1035465"/>
                  </a:lnTo>
                  <a:lnTo>
                    <a:pt x="215282" y="1035465"/>
                  </a:lnTo>
                  <a:lnTo>
                    <a:pt x="215282" y="1049271"/>
                  </a:lnTo>
                  <a:lnTo>
                    <a:pt x="242192" y="1049271"/>
                  </a:lnTo>
                  <a:lnTo>
                    <a:pt x="269103" y="1049271"/>
                  </a:lnTo>
                  <a:lnTo>
                    <a:pt x="296013" y="1049271"/>
                  </a:lnTo>
                  <a:lnTo>
                    <a:pt x="322923" y="1049271"/>
                  </a:lnTo>
                  <a:lnTo>
                    <a:pt x="349830" y="1049271"/>
                  </a:lnTo>
                  <a:lnTo>
                    <a:pt x="376746" y="1049271"/>
                  </a:lnTo>
                  <a:lnTo>
                    <a:pt x="403654" y="1049271"/>
                  </a:lnTo>
                  <a:lnTo>
                    <a:pt x="403654" y="1035465"/>
                  </a:lnTo>
                  <a:lnTo>
                    <a:pt x="430562" y="1035465"/>
                  </a:lnTo>
                  <a:lnTo>
                    <a:pt x="457478" y="1035465"/>
                  </a:lnTo>
                  <a:lnTo>
                    <a:pt x="484387" y="1035465"/>
                  </a:lnTo>
                  <a:lnTo>
                    <a:pt x="484387" y="1007852"/>
                  </a:lnTo>
                  <a:lnTo>
                    <a:pt x="511295" y="1007852"/>
                  </a:lnTo>
                  <a:lnTo>
                    <a:pt x="511295" y="925016"/>
                  </a:lnTo>
                  <a:lnTo>
                    <a:pt x="538203" y="925016"/>
                  </a:lnTo>
                  <a:lnTo>
                    <a:pt x="538203" y="980240"/>
                  </a:lnTo>
                  <a:lnTo>
                    <a:pt x="565119" y="980240"/>
                  </a:lnTo>
                  <a:lnTo>
                    <a:pt x="565119" y="1007852"/>
                  </a:lnTo>
                  <a:lnTo>
                    <a:pt x="592027" y="1007852"/>
                  </a:lnTo>
                  <a:lnTo>
                    <a:pt x="592027" y="938821"/>
                  </a:lnTo>
                  <a:lnTo>
                    <a:pt x="618936" y="938821"/>
                  </a:lnTo>
                  <a:lnTo>
                    <a:pt x="618936" y="842177"/>
                  </a:lnTo>
                  <a:lnTo>
                    <a:pt x="645844" y="842177"/>
                  </a:lnTo>
                  <a:lnTo>
                    <a:pt x="672760" y="842177"/>
                  </a:lnTo>
                  <a:lnTo>
                    <a:pt x="699668" y="842177"/>
                  </a:lnTo>
                  <a:lnTo>
                    <a:pt x="699668" y="800760"/>
                  </a:lnTo>
                  <a:lnTo>
                    <a:pt x="726576" y="800760"/>
                  </a:lnTo>
                  <a:lnTo>
                    <a:pt x="726576" y="842177"/>
                  </a:lnTo>
                  <a:lnTo>
                    <a:pt x="753485" y="842177"/>
                  </a:lnTo>
                  <a:lnTo>
                    <a:pt x="753485" y="579863"/>
                  </a:lnTo>
                  <a:lnTo>
                    <a:pt x="780401" y="579863"/>
                  </a:lnTo>
                  <a:lnTo>
                    <a:pt x="780401" y="662698"/>
                  </a:lnTo>
                  <a:lnTo>
                    <a:pt x="807309" y="662698"/>
                  </a:lnTo>
                  <a:lnTo>
                    <a:pt x="807309" y="552249"/>
                  </a:lnTo>
                  <a:lnTo>
                    <a:pt x="834217" y="552249"/>
                  </a:lnTo>
                  <a:lnTo>
                    <a:pt x="834217" y="538438"/>
                  </a:lnTo>
                  <a:lnTo>
                    <a:pt x="861133" y="538438"/>
                  </a:lnTo>
                  <a:lnTo>
                    <a:pt x="861133" y="358959"/>
                  </a:lnTo>
                  <a:lnTo>
                    <a:pt x="888041" y="358959"/>
                  </a:lnTo>
                  <a:lnTo>
                    <a:pt x="888041" y="220896"/>
                  </a:lnTo>
                  <a:lnTo>
                    <a:pt x="914950" y="220896"/>
                  </a:lnTo>
                  <a:lnTo>
                    <a:pt x="914950" y="289928"/>
                  </a:lnTo>
                  <a:lnTo>
                    <a:pt x="941858" y="289928"/>
                  </a:lnTo>
                  <a:lnTo>
                    <a:pt x="941858" y="82834"/>
                  </a:lnTo>
                  <a:lnTo>
                    <a:pt x="968774" y="82834"/>
                  </a:lnTo>
                  <a:lnTo>
                    <a:pt x="968774" y="0"/>
                  </a:lnTo>
                  <a:lnTo>
                    <a:pt x="995682" y="0"/>
                  </a:lnTo>
                  <a:lnTo>
                    <a:pt x="995682" y="262321"/>
                  </a:lnTo>
                  <a:lnTo>
                    <a:pt x="1022590" y="262321"/>
                  </a:lnTo>
                  <a:lnTo>
                    <a:pt x="1022590" y="193290"/>
                  </a:lnTo>
                  <a:lnTo>
                    <a:pt x="1049499" y="193290"/>
                  </a:lnTo>
                  <a:lnTo>
                    <a:pt x="1049499" y="96645"/>
                  </a:lnTo>
                  <a:lnTo>
                    <a:pt x="1076415" y="96645"/>
                  </a:lnTo>
                  <a:lnTo>
                    <a:pt x="1076415" y="138062"/>
                  </a:lnTo>
                  <a:lnTo>
                    <a:pt x="1103323" y="138062"/>
                  </a:lnTo>
                  <a:lnTo>
                    <a:pt x="1103323" y="96645"/>
                  </a:lnTo>
                  <a:lnTo>
                    <a:pt x="1130231" y="96645"/>
                  </a:lnTo>
                  <a:lnTo>
                    <a:pt x="1130231" y="165676"/>
                  </a:lnTo>
                  <a:lnTo>
                    <a:pt x="1157139" y="165676"/>
                  </a:lnTo>
                  <a:lnTo>
                    <a:pt x="1157139" y="262321"/>
                  </a:lnTo>
                  <a:lnTo>
                    <a:pt x="1184055" y="262321"/>
                  </a:lnTo>
                  <a:lnTo>
                    <a:pt x="1184055" y="138062"/>
                  </a:lnTo>
                  <a:lnTo>
                    <a:pt x="1210964" y="138062"/>
                  </a:lnTo>
                  <a:lnTo>
                    <a:pt x="1210964" y="124259"/>
                  </a:lnTo>
                  <a:lnTo>
                    <a:pt x="1237872" y="124259"/>
                  </a:lnTo>
                  <a:lnTo>
                    <a:pt x="1237872" y="414187"/>
                  </a:lnTo>
                  <a:lnTo>
                    <a:pt x="1264788" y="414187"/>
                  </a:lnTo>
                  <a:lnTo>
                    <a:pt x="1264788" y="345156"/>
                  </a:lnTo>
                  <a:lnTo>
                    <a:pt x="1291696" y="345156"/>
                  </a:lnTo>
                  <a:lnTo>
                    <a:pt x="1291696" y="331352"/>
                  </a:lnTo>
                  <a:lnTo>
                    <a:pt x="1318604" y="331352"/>
                  </a:lnTo>
                  <a:lnTo>
                    <a:pt x="1318604" y="386573"/>
                  </a:lnTo>
                  <a:lnTo>
                    <a:pt x="1345513" y="386573"/>
                  </a:lnTo>
                  <a:lnTo>
                    <a:pt x="1345513" y="607470"/>
                  </a:lnTo>
                  <a:lnTo>
                    <a:pt x="1372429" y="607470"/>
                  </a:lnTo>
                  <a:lnTo>
                    <a:pt x="1399337" y="607470"/>
                  </a:lnTo>
                  <a:lnTo>
                    <a:pt x="1399337" y="828374"/>
                  </a:lnTo>
                  <a:lnTo>
                    <a:pt x="1426245" y="828374"/>
                  </a:lnTo>
                  <a:lnTo>
                    <a:pt x="1426245" y="800760"/>
                  </a:lnTo>
                  <a:lnTo>
                    <a:pt x="1453153" y="800760"/>
                  </a:lnTo>
                  <a:lnTo>
                    <a:pt x="1480069" y="800760"/>
                  </a:lnTo>
                  <a:lnTo>
                    <a:pt x="1480069" y="911209"/>
                  </a:lnTo>
                  <a:lnTo>
                    <a:pt x="1506978" y="911209"/>
                  </a:lnTo>
                  <a:lnTo>
                    <a:pt x="1506978" y="952627"/>
                  </a:lnTo>
                  <a:lnTo>
                    <a:pt x="1533886" y="952627"/>
                  </a:lnTo>
                  <a:lnTo>
                    <a:pt x="1533886" y="897403"/>
                  </a:lnTo>
                  <a:lnTo>
                    <a:pt x="1560794" y="897403"/>
                  </a:lnTo>
                  <a:lnTo>
                    <a:pt x="1560794" y="925016"/>
                  </a:lnTo>
                  <a:lnTo>
                    <a:pt x="1587710" y="925016"/>
                  </a:lnTo>
                  <a:lnTo>
                    <a:pt x="1587710" y="994046"/>
                  </a:lnTo>
                  <a:lnTo>
                    <a:pt x="1614618" y="994046"/>
                  </a:lnTo>
                  <a:lnTo>
                    <a:pt x="1614618" y="980240"/>
                  </a:lnTo>
                  <a:lnTo>
                    <a:pt x="1641527" y="980240"/>
                  </a:lnTo>
                  <a:lnTo>
                    <a:pt x="1641527" y="966434"/>
                  </a:lnTo>
                  <a:lnTo>
                    <a:pt x="1668442" y="966434"/>
                  </a:lnTo>
                  <a:lnTo>
                    <a:pt x="1668442" y="1021659"/>
                  </a:lnTo>
                  <a:lnTo>
                    <a:pt x="1695351" y="1021659"/>
                  </a:lnTo>
                  <a:lnTo>
                    <a:pt x="1722259" y="1021659"/>
                  </a:lnTo>
                  <a:lnTo>
                    <a:pt x="1722259" y="938821"/>
                  </a:lnTo>
                  <a:lnTo>
                    <a:pt x="1749167" y="938821"/>
                  </a:lnTo>
                  <a:lnTo>
                    <a:pt x="1749167" y="1007852"/>
                  </a:lnTo>
                  <a:lnTo>
                    <a:pt x="1776083" y="1007852"/>
                  </a:lnTo>
                  <a:lnTo>
                    <a:pt x="1776083" y="980240"/>
                  </a:lnTo>
                  <a:lnTo>
                    <a:pt x="1802992" y="980240"/>
                  </a:lnTo>
                  <a:lnTo>
                    <a:pt x="1829900" y="980240"/>
                  </a:lnTo>
                  <a:lnTo>
                    <a:pt x="1829900" y="938821"/>
                  </a:lnTo>
                  <a:lnTo>
                    <a:pt x="1856808" y="938821"/>
                  </a:lnTo>
                  <a:lnTo>
                    <a:pt x="1856808" y="925016"/>
                  </a:lnTo>
                  <a:lnTo>
                    <a:pt x="1883724" y="925016"/>
                  </a:lnTo>
                  <a:lnTo>
                    <a:pt x="1883724" y="952627"/>
                  </a:lnTo>
                  <a:lnTo>
                    <a:pt x="1910632" y="952627"/>
                  </a:lnTo>
                  <a:lnTo>
                    <a:pt x="1910632" y="855981"/>
                  </a:lnTo>
                  <a:lnTo>
                    <a:pt x="1937541" y="855981"/>
                  </a:lnTo>
                  <a:lnTo>
                    <a:pt x="1937541" y="869791"/>
                  </a:lnTo>
                  <a:lnTo>
                    <a:pt x="1964456" y="869791"/>
                  </a:lnTo>
                  <a:lnTo>
                    <a:pt x="1964456" y="717926"/>
                  </a:lnTo>
                  <a:lnTo>
                    <a:pt x="1991365" y="717926"/>
                  </a:lnTo>
                  <a:lnTo>
                    <a:pt x="1991365" y="704115"/>
                  </a:lnTo>
                  <a:lnTo>
                    <a:pt x="2018273" y="704115"/>
                  </a:lnTo>
                  <a:lnTo>
                    <a:pt x="2018273" y="800760"/>
                  </a:lnTo>
                  <a:lnTo>
                    <a:pt x="2045181" y="800760"/>
                  </a:lnTo>
                  <a:lnTo>
                    <a:pt x="2045181" y="690312"/>
                  </a:lnTo>
                  <a:lnTo>
                    <a:pt x="2072097" y="690312"/>
                  </a:lnTo>
                  <a:lnTo>
                    <a:pt x="2072097" y="676501"/>
                  </a:lnTo>
                  <a:lnTo>
                    <a:pt x="2099005" y="676501"/>
                  </a:lnTo>
                  <a:lnTo>
                    <a:pt x="2099005" y="607470"/>
                  </a:lnTo>
                  <a:lnTo>
                    <a:pt x="2125914" y="607470"/>
                  </a:lnTo>
                  <a:lnTo>
                    <a:pt x="2125914" y="717926"/>
                  </a:lnTo>
                  <a:lnTo>
                    <a:pt x="2152822" y="717926"/>
                  </a:lnTo>
                  <a:lnTo>
                    <a:pt x="2152822" y="676501"/>
                  </a:lnTo>
                  <a:lnTo>
                    <a:pt x="2179738" y="676501"/>
                  </a:lnTo>
                  <a:lnTo>
                    <a:pt x="2179738" y="552249"/>
                  </a:lnTo>
                  <a:lnTo>
                    <a:pt x="2206646" y="552249"/>
                  </a:lnTo>
                  <a:lnTo>
                    <a:pt x="2206646" y="469407"/>
                  </a:lnTo>
                  <a:lnTo>
                    <a:pt x="2233555" y="469407"/>
                  </a:lnTo>
                  <a:lnTo>
                    <a:pt x="2233555" y="579863"/>
                  </a:lnTo>
                  <a:lnTo>
                    <a:pt x="2260463" y="579863"/>
                  </a:lnTo>
                  <a:lnTo>
                    <a:pt x="2260463" y="648895"/>
                  </a:lnTo>
                  <a:lnTo>
                    <a:pt x="2287379" y="648895"/>
                  </a:lnTo>
                  <a:lnTo>
                    <a:pt x="2287379" y="317542"/>
                  </a:lnTo>
                  <a:lnTo>
                    <a:pt x="2314287" y="317542"/>
                  </a:lnTo>
                  <a:lnTo>
                    <a:pt x="2314287" y="510832"/>
                  </a:lnTo>
                  <a:lnTo>
                    <a:pt x="2341195" y="510832"/>
                  </a:lnTo>
                  <a:lnTo>
                    <a:pt x="2341195" y="635084"/>
                  </a:lnTo>
                  <a:lnTo>
                    <a:pt x="2368111" y="635084"/>
                  </a:lnTo>
                  <a:lnTo>
                    <a:pt x="2368111" y="593666"/>
                  </a:lnTo>
                  <a:lnTo>
                    <a:pt x="2395019" y="593666"/>
                  </a:lnTo>
                  <a:lnTo>
                    <a:pt x="2395019" y="552249"/>
                  </a:lnTo>
                  <a:lnTo>
                    <a:pt x="2421928" y="552249"/>
                  </a:lnTo>
                  <a:lnTo>
                    <a:pt x="2421928" y="469407"/>
                  </a:lnTo>
                  <a:lnTo>
                    <a:pt x="2448836" y="469407"/>
                  </a:lnTo>
                  <a:lnTo>
                    <a:pt x="2475752" y="469407"/>
                  </a:lnTo>
                  <a:lnTo>
                    <a:pt x="2475752" y="690312"/>
                  </a:lnTo>
                  <a:lnTo>
                    <a:pt x="2502660" y="690312"/>
                  </a:lnTo>
                  <a:lnTo>
                    <a:pt x="2502660" y="303738"/>
                  </a:lnTo>
                  <a:lnTo>
                    <a:pt x="2529568" y="303738"/>
                  </a:lnTo>
                  <a:lnTo>
                    <a:pt x="2529568" y="662698"/>
                  </a:lnTo>
                  <a:lnTo>
                    <a:pt x="2556477" y="662698"/>
                  </a:lnTo>
                  <a:lnTo>
                    <a:pt x="2556477" y="455604"/>
                  </a:lnTo>
                  <a:lnTo>
                    <a:pt x="2583393" y="455604"/>
                  </a:lnTo>
                  <a:lnTo>
                    <a:pt x="2583393" y="579863"/>
                  </a:lnTo>
                  <a:lnTo>
                    <a:pt x="2610301" y="579863"/>
                  </a:lnTo>
                  <a:lnTo>
                    <a:pt x="2610301" y="704115"/>
                  </a:lnTo>
                  <a:lnTo>
                    <a:pt x="2637209" y="704115"/>
                  </a:lnTo>
                  <a:lnTo>
                    <a:pt x="2637209" y="676501"/>
                  </a:lnTo>
                  <a:lnTo>
                    <a:pt x="2664118" y="676501"/>
                  </a:lnTo>
                  <a:lnTo>
                    <a:pt x="2664118" y="621281"/>
                  </a:lnTo>
                  <a:lnTo>
                    <a:pt x="2691033" y="621281"/>
                  </a:lnTo>
                  <a:lnTo>
                    <a:pt x="2691033" y="773146"/>
                  </a:lnTo>
                  <a:lnTo>
                    <a:pt x="2717942" y="773146"/>
                  </a:lnTo>
                  <a:lnTo>
                    <a:pt x="2717942" y="814563"/>
                  </a:lnTo>
                  <a:lnTo>
                    <a:pt x="2744850" y="814563"/>
                  </a:lnTo>
                  <a:lnTo>
                    <a:pt x="2744850" y="731729"/>
                  </a:lnTo>
                  <a:lnTo>
                    <a:pt x="2771766" y="731729"/>
                  </a:lnTo>
                  <a:lnTo>
                    <a:pt x="2771766" y="635084"/>
                  </a:lnTo>
                  <a:lnTo>
                    <a:pt x="2798674" y="635084"/>
                  </a:lnTo>
                  <a:lnTo>
                    <a:pt x="2798674" y="897403"/>
                  </a:lnTo>
                  <a:lnTo>
                    <a:pt x="2825582" y="897403"/>
                  </a:lnTo>
                  <a:lnTo>
                    <a:pt x="2825582" y="800760"/>
                  </a:lnTo>
                  <a:lnTo>
                    <a:pt x="2852491" y="800760"/>
                  </a:lnTo>
                  <a:lnTo>
                    <a:pt x="2852491" y="773146"/>
                  </a:lnTo>
                  <a:lnTo>
                    <a:pt x="2879407" y="773146"/>
                  </a:lnTo>
                  <a:lnTo>
                    <a:pt x="2879407" y="966434"/>
                  </a:lnTo>
                  <a:lnTo>
                    <a:pt x="2906315" y="966434"/>
                  </a:lnTo>
                  <a:lnTo>
                    <a:pt x="2906315" y="925016"/>
                  </a:lnTo>
                  <a:lnTo>
                    <a:pt x="2933223" y="925016"/>
                  </a:lnTo>
                  <a:lnTo>
                    <a:pt x="2933223" y="966434"/>
                  </a:lnTo>
                  <a:lnTo>
                    <a:pt x="2960131" y="966434"/>
                  </a:lnTo>
                  <a:lnTo>
                    <a:pt x="2960131" y="994046"/>
                  </a:lnTo>
                  <a:lnTo>
                    <a:pt x="2987047" y="994046"/>
                  </a:lnTo>
                  <a:lnTo>
                    <a:pt x="2987047" y="925016"/>
                  </a:lnTo>
                  <a:lnTo>
                    <a:pt x="3013956" y="925016"/>
                  </a:lnTo>
                  <a:lnTo>
                    <a:pt x="3040864" y="925016"/>
                  </a:lnTo>
                  <a:lnTo>
                    <a:pt x="3040864" y="994046"/>
                  </a:lnTo>
                  <a:lnTo>
                    <a:pt x="3067772" y="994046"/>
                  </a:lnTo>
                  <a:lnTo>
                    <a:pt x="3067772" y="1049271"/>
                  </a:lnTo>
                  <a:lnTo>
                    <a:pt x="3094688" y="1049271"/>
                  </a:lnTo>
                  <a:lnTo>
                    <a:pt x="3094688" y="1021659"/>
                  </a:lnTo>
                  <a:lnTo>
                    <a:pt x="3121596" y="1021659"/>
                  </a:lnTo>
                  <a:lnTo>
                    <a:pt x="3121596" y="1049271"/>
                  </a:lnTo>
                  <a:lnTo>
                    <a:pt x="3148505" y="1049271"/>
                  </a:lnTo>
                  <a:lnTo>
                    <a:pt x="3148505" y="994046"/>
                  </a:lnTo>
                  <a:lnTo>
                    <a:pt x="3175421" y="994046"/>
                  </a:lnTo>
                  <a:lnTo>
                    <a:pt x="3175421" y="1035465"/>
                  </a:lnTo>
                  <a:lnTo>
                    <a:pt x="3202329" y="1035465"/>
                  </a:lnTo>
                  <a:lnTo>
                    <a:pt x="3202329" y="1049271"/>
                  </a:lnTo>
                  <a:lnTo>
                    <a:pt x="3229237" y="1049271"/>
                  </a:lnTo>
                </a:path>
              </a:pathLst>
            </a:custGeom>
            <a:noFill/>
            <a:ln w="11382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5" name="object 86"/>
            <p:cNvSpPr/>
            <p:nvPr/>
          </p:nvSpPr>
          <p:spPr>
            <a:xfrm>
              <a:off x="1936440" y="4342320"/>
              <a:ext cx="713880" cy="713880"/>
            </a:xfrm>
            <a:custGeom>
              <a:avLst/>
              <a:gdLst/>
              <a:ahLst/>
              <a:rect l="l" t="t" r="r" b="b"/>
              <a:pathLst>
                <a:path w="714375" h="714375">
                  <a:moveTo>
                    <a:pt x="713889" y="0"/>
                  </a:moveTo>
                  <a:lnTo>
                    <a:pt x="8980" y="704908"/>
                  </a:lnTo>
                  <a:lnTo>
                    <a:pt x="0" y="713889"/>
                  </a:lnTo>
                </a:path>
              </a:pathLst>
            </a:custGeom>
            <a:noFill/>
            <a:ln w="254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6" name="object 87"/>
            <p:cNvSpPr/>
            <p:nvPr/>
          </p:nvSpPr>
          <p:spPr>
            <a:xfrm>
              <a:off x="1859400" y="5004000"/>
              <a:ext cx="129240" cy="129240"/>
            </a:xfrm>
            <a:custGeom>
              <a:avLst/>
              <a:gdLst/>
              <a:ahLst/>
              <a:rect l="l" t="t" r="r" b="b"/>
              <a:pathLst>
                <a:path w="129539" h="129539">
                  <a:moveTo>
                    <a:pt x="43105" y="0"/>
                  </a:moveTo>
                  <a:lnTo>
                    <a:pt x="0" y="129315"/>
                  </a:lnTo>
                  <a:lnTo>
                    <a:pt x="129315" y="86210"/>
                  </a:lnTo>
                  <a:lnTo>
                    <a:pt x="4310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7" name="object 88"/>
            <p:cNvSpPr/>
            <p:nvPr/>
          </p:nvSpPr>
          <p:spPr>
            <a:xfrm>
              <a:off x="10545840" y="4342320"/>
              <a:ext cx="713880" cy="713880"/>
            </a:xfrm>
            <a:custGeom>
              <a:avLst/>
              <a:gdLst/>
              <a:ahLst/>
              <a:rect l="l" t="t" r="r" b="b"/>
              <a:pathLst>
                <a:path w="714375" h="714375">
                  <a:moveTo>
                    <a:pt x="0" y="0"/>
                  </a:moveTo>
                  <a:lnTo>
                    <a:pt x="704908" y="704908"/>
                  </a:lnTo>
                  <a:lnTo>
                    <a:pt x="713889" y="713889"/>
                  </a:lnTo>
                </a:path>
              </a:pathLst>
            </a:custGeom>
            <a:noFill/>
            <a:ln w="254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8" name="object 89"/>
            <p:cNvSpPr/>
            <p:nvPr/>
          </p:nvSpPr>
          <p:spPr>
            <a:xfrm>
              <a:off x="11207520" y="5004000"/>
              <a:ext cx="129240" cy="129240"/>
            </a:xfrm>
            <a:custGeom>
              <a:avLst/>
              <a:gdLst/>
              <a:ahLst/>
              <a:rect l="l" t="t" r="r" b="b"/>
              <a:pathLst>
                <a:path w="129540" h="129539">
                  <a:moveTo>
                    <a:pt x="86210" y="0"/>
                  </a:moveTo>
                  <a:lnTo>
                    <a:pt x="0" y="86210"/>
                  </a:lnTo>
                  <a:lnTo>
                    <a:pt x="129315" y="129315"/>
                  </a:lnTo>
                  <a:lnTo>
                    <a:pt x="862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9" name="object 90"/>
            <p:cNvSpPr/>
            <p:nvPr/>
          </p:nvSpPr>
          <p:spPr>
            <a:xfrm>
              <a:off x="2149200" y="7623000"/>
              <a:ext cx="681120" cy="265680"/>
            </a:xfrm>
            <a:custGeom>
              <a:avLst/>
              <a:gdLst/>
              <a:ahLst/>
              <a:rect l="l" t="t" r="r" b="b"/>
              <a:pathLst>
                <a:path w="681355" h="266065">
                  <a:moveTo>
                    <a:pt x="681137" y="0"/>
                  </a:moveTo>
                  <a:lnTo>
                    <a:pt x="11833" y="260862"/>
                  </a:lnTo>
                  <a:lnTo>
                    <a:pt x="0" y="265474"/>
                  </a:lnTo>
                </a:path>
              </a:pathLst>
            </a:custGeom>
            <a:noFill/>
            <a:ln w="25400">
              <a:solidFill>
                <a:srgbClr val="ff4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0" name="object 91"/>
            <p:cNvSpPr/>
            <p:nvPr/>
          </p:nvSpPr>
          <p:spPr>
            <a:xfrm>
              <a:off x="2047680" y="7827120"/>
              <a:ext cx="135360" cy="113400"/>
            </a:xfrm>
            <a:custGeom>
              <a:avLst/>
              <a:gdLst/>
              <a:ahLst/>
              <a:rect l="l" t="t" r="r" b="b"/>
              <a:pathLst>
                <a:path w="135889" h="113665">
                  <a:moveTo>
                    <a:pt x="91459" y="0"/>
                  </a:moveTo>
                  <a:lnTo>
                    <a:pt x="0" y="101072"/>
                  </a:lnTo>
                  <a:lnTo>
                    <a:pt x="135733" y="113597"/>
                  </a:lnTo>
                  <a:lnTo>
                    <a:pt x="91459" y="0"/>
                  </a:lnTo>
                  <a:close/>
                </a:path>
              </a:pathLst>
            </a:custGeom>
            <a:solidFill>
              <a:srgbClr val="ff4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81" name="object 92"/>
          <p:cNvSpPr/>
          <p:nvPr/>
        </p:nvSpPr>
        <p:spPr>
          <a:xfrm>
            <a:off x="8710200" y="6541200"/>
            <a:ext cx="376920" cy="11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vert270" rot="16200000">
            <a:noAutofit/>
          </a:bodyPr>
          <a:p>
            <a:pPr marL="12600">
              <a:lnSpc>
                <a:spcPts val="2724"/>
              </a:lnSpc>
              <a:buNone/>
            </a:pPr>
            <a:r>
              <a:rPr b="0" lang="en-US" sz="2750" spc="38" strike="noStrike">
                <a:latin typeface="Cambria"/>
              </a:rPr>
              <a:t>Counts</a:t>
            </a:r>
            <a:endParaRPr b="0" lang="en-US" sz="2750" spc="-1" strike="noStrike">
              <a:latin typeface="Arial"/>
            </a:endParaRPr>
          </a:p>
        </p:txBody>
      </p:sp>
      <p:sp>
        <p:nvSpPr>
          <p:cNvPr id="282" name="object 93"/>
          <p:cNvSpPr/>
          <p:nvPr/>
        </p:nvSpPr>
        <p:spPr>
          <a:xfrm>
            <a:off x="9799200" y="5414760"/>
            <a:ext cx="65232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200" spc="-12" strike="noStrike">
                <a:latin typeface="Yu Gothic"/>
              </a:rPr>
              <a:t>(d,p)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83" name="object 94"/>
          <p:cNvSpPr/>
          <p:nvPr/>
        </p:nvSpPr>
        <p:spPr>
          <a:xfrm>
            <a:off x="700560" y="5414760"/>
            <a:ext cx="65232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200" spc="-12" strike="noStrike">
                <a:latin typeface="Yu Gothic"/>
              </a:rPr>
              <a:t>(p,d)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84" name="object 95"/>
          <p:cNvSpPr/>
          <p:nvPr/>
        </p:nvSpPr>
        <p:spPr>
          <a:xfrm>
            <a:off x="11150640" y="5307840"/>
            <a:ext cx="1210680" cy="12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25000"/>
              </a:lnSpc>
              <a:spcBef>
                <a:spcPts val="99"/>
              </a:spcBef>
              <a:buNone/>
            </a:pPr>
            <a:r>
              <a:rPr b="0" lang="en-US" sz="2200" spc="94" strike="noStrike">
                <a:solidFill>
                  <a:srgbClr val="ff2600"/>
                </a:solidFill>
                <a:latin typeface="Yu Gothic"/>
              </a:rPr>
              <a:t>Current </a:t>
            </a:r>
            <a:r>
              <a:rPr b="0" lang="en-US" sz="2200" spc="52" strike="noStrike">
                <a:latin typeface="Yu Gothic"/>
              </a:rPr>
              <a:t>Previous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85" name="object 96"/>
          <p:cNvSpPr/>
          <p:nvPr/>
        </p:nvSpPr>
        <p:spPr>
          <a:xfrm>
            <a:off x="573840" y="9044280"/>
            <a:ext cx="3228120" cy="8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800" spc="-1" strike="noStrike">
                <a:latin typeface="Yu Gothic"/>
              </a:rPr>
              <a:t>σ(Ex)</a:t>
            </a:r>
            <a:r>
              <a:rPr b="0" lang="en-US" sz="2800" spc="63" strike="noStrike">
                <a:latin typeface="Yu Gothic"/>
              </a:rPr>
              <a:t> </a:t>
            </a:r>
            <a:r>
              <a:rPr b="0" lang="en-US" sz="2800" spc="-1" strike="noStrike">
                <a:latin typeface="Yu Gothic"/>
              </a:rPr>
              <a:t>=</a:t>
            </a:r>
            <a:r>
              <a:rPr b="0" lang="en-US" sz="2800" spc="69" strike="noStrike">
                <a:latin typeface="Yu Gothic"/>
              </a:rPr>
              <a:t> </a:t>
            </a:r>
            <a:r>
              <a:rPr b="0" lang="en-US" sz="2800" spc="182" strike="noStrike">
                <a:latin typeface="Yu Gothic"/>
              </a:rPr>
              <a:t>0.25</a:t>
            </a:r>
            <a:r>
              <a:rPr b="0" lang="en-US" sz="2800" spc="69" strike="noStrike">
                <a:latin typeface="Yu Gothic"/>
              </a:rPr>
              <a:t> </a:t>
            </a:r>
            <a:r>
              <a:rPr b="0" lang="en-US" sz="2800" spc="69" strike="noStrike">
                <a:latin typeface="Yu Gothic"/>
              </a:rPr>
              <a:t>MeV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86" name="object 97"/>
          <p:cNvSpPr/>
          <p:nvPr/>
        </p:nvSpPr>
        <p:spPr>
          <a:xfrm>
            <a:off x="9430200" y="8440200"/>
            <a:ext cx="3280680" cy="182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3000" bIns="0" anchor="t">
            <a:spAutoFit/>
          </a:bodyPr>
          <a:p>
            <a:pPr marL="1099080">
              <a:lnSpc>
                <a:spcPct val="100000"/>
              </a:lnSpc>
              <a:spcBef>
                <a:spcPts val="496"/>
              </a:spcBef>
              <a:buNone/>
              <a:tabLst>
                <a:tab algn="l" pos="1630800"/>
              </a:tabLst>
            </a:pPr>
            <a:r>
              <a:rPr b="0" lang="en-US" sz="2700" spc="389" strike="noStrike">
                <a:latin typeface="Segoe UI Symbol"/>
              </a:rPr>
              <a:t>E</a:t>
            </a:r>
            <a:r>
              <a:rPr b="0" lang="en-US" sz="2850" spc="582" strike="noStrike" baseline="-11000">
                <a:latin typeface="Trebuchet MS"/>
              </a:rPr>
              <a:t>x</a:t>
            </a:r>
            <a:r>
              <a:rPr b="0" lang="en-US" sz="2850" spc="-1" strike="noStrike" baseline="-11000">
                <a:latin typeface="Trebuchet MS"/>
              </a:rPr>
              <a:t>	</a:t>
            </a:r>
            <a:r>
              <a:rPr b="0" lang="en-US" sz="2700" spc="109" strike="noStrike">
                <a:latin typeface="Cambria"/>
              </a:rPr>
              <a:t>(MeV)</a:t>
            </a:r>
            <a:endParaRPr b="0" lang="en-US" sz="2700" spc="-1" strike="noStrike">
              <a:latin typeface="Arial"/>
            </a:endParaRPr>
          </a:p>
          <a:p>
            <a:pPr marL="38160">
              <a:lnSpc>
                <a:spcPct val="100000"/>
              </a:lnSpc>
              <a:spcBef>
                <a:spcPts val="394"/>
              </a:spcBef>
              <a:buNone/>
              <a:tabLst>
                <a:tab algn="l" pos="1630800"/>
              </a:tabLst>
            </a:pPr>
            <a:r>
              <a:rPr b="0" lang="en-US" sz="2800" spc="-1" strike="noStrike">
                <a:latin typeface="Yu Gothic"/>
              </a:rPr>
              <a:t>σ(Ex)</a:t>
            </a:r>
            <a:r>
              <a:rPr b="0" lang="en-US" sz="2800" spc="63" strike="noStrike">
                <a:latin typeface="Yu Gothic"/>
              </a:rPr>
              <a:t> </a:t>
            </a:r>
            <a:r>
              <a:rPr b="0" lang="en-US" sz="2800" spc="-1" strike="noStrike">
                <a:latin typeface="Yu Gothic"/>
              </a:rPr>
              <a:t>=</a:t>
            </a:r>
            <a:r>
              <a:rPr b="0" lang="en-US" sz="2800" spc="69" strike="noStrike">
                <a:latin typeface="Yu Gothic"/>
              </a:rPr>
              <a:t> </a:t>
            </a:r>
            <a:r>
              <a:rPr b="0" lang="en-US" sz="2800" spc="182" strike="noStrike">
                <a:latin typeface="Yu Gothic"/>
              </a:rPr>
              <a:t>0.14</a:t>
            </a:r>
            <a:r>
              <a:rPr b="0" lang="en-US" sz="2800" spc="69" strike="noStrike">
                <a:latin typeface="Yu Gothic"/>
              </a:rPr>
              <a:t> MeV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87" name="object 98"/>
          <p:cNvSpPr/>
          <p:nvPr/>
        </p:nvSpPr>
        <p:spPr>
          <a:xfrm>
            <a:off x="2837880" y="6821280"/>
            <a:ext cx="1095120" cy="12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25000"/>
              </a:lnSpc>
              <a:spcBef>
                <a:spcPts val="99"/>
              </a:spcBef>
              <a:buNone/>
            </a:pPr>
            <a:r>
              <a:rPr b="0" lang="en-US" sz="2200" spc="52" strike="noStrike">
                <a:solidFill>
                  <a:srgbClr val="ff40ff"/>
                </a:solidFill>
                <a:latin typeface="Yu Gothic"/>
              </a:rPr>
              <a:t>delayed </a:t>
            </a:r>
            <a:r>
              <a:rPr b="0" lang="en-US" sz="2200" spc="-1" strike="noStrike">
                <a:solidFill>
                  <a:srgbClr val="ff40ff"/>
                </a:solidFill>
                <a:latin typeface="Yu Gothic"/>
              </a:rPr>
              <a:t>γ-</a:t>
            </a:r>
            <a:r>
              <a:rPr b="0" lang="en-US" sz="2200" spc="-12" strike="noStrike">
                <a:solidFill>
                  <a:srgbClr val="ff40ff"/>
                </a:solidFill>
                <a:latin typeface="Yu Gothic"/>
              </a:rPr>
              <a:t>coin.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subTitle"/>
          </p:nvPr>
        </p:nvSpPr>
        <p:spPr>
          <a:xfrm>
            <a:off x="650160" y="388800"/>
            <a:ext cx="11703600" cy="75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289" name="" descr=""/>
          <p:cNvPicPr/>
          <p:nvPr/>
        </p:nvPicPr>
        <p:blipFill>
          <a:blip r:embed="rId2"/>
          <a:stretch/>
        </p:blipFill>
        <p:spPr>
          <a:xfrm>
            <a:off x="-1371600" y="3052800"/>
            <a:ext cx="10058040" cy="621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2024-05-20T14:48:41Z</dcterms:created>
  <dc:creator/>
  <dc:description/>
  <dc:language>en-US</dc:language>
  <cp:lastModifiedBy/>
  <dcterms:modified xsi:type="dcterms:W3CDTF">2024-05-21T19:06:31Z</dcterms:modified>
  <cp:revision>10</cp:revision>
  <dc:subject/>
  <dc:title>LISE_workshop_2022_2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2022-03-29T00:00:00Z</vt:filetime>
  </property>
  <property fmtid="{D5CDD505-2E9C-101B-9397-08002B2CF9AE}" pid="3" name="Creator">
    <vt:lpwstr>Keynote</vt:lpwstr>
  </property>
  <property fmtid="{D5CDD505-2E9C-101B-9397-08002B2CF9AE}" pid="4" name="LastSaved">
    <vt:filetime>2024-05-20T00:00:00Z</vt:filetime>
  </property>
  <property fmtid="{D5CDD505-2E9C-101B-9397-08002B2CF9AE}" pid="5" name="PresentationFormat">
    <vt:lpwstr>On-screen Show (4:3)</vt:lpwstr>
  </property>
  <property fmtid="{D5CDD505-2E9C-101B-9397-08002B2CF9AE}" pid="6" name="Producer">
    <vt:lpwstr>macOS バージョン10.15.7（ビルド19H1824） Quartz PDFContext</vt:lpwstr>
  </property>
</Properties>
</file>